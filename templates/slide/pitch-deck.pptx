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38BDF8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F9731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F97316"/>
                </a:solidFill>
                <a:latin typeface="Inter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8FAFC"/>
                </a:solidFill>
                <a:latin typeface="Montserrat"/>
              </a:rPr>
              <a:t>Pitch deck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Inter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Inter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F97316"/>
                </a:solidFill>
                <a:latin typeface="Inter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Montserrat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Inter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Inter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Inter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Inter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Inter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F97316"/>
                </a:solidFill>
                <a:latin typeface="Inter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Montserrat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F97316"/>
              </a:buClr>
              <a:buFont typeface="Arial"/>
              <a:buChar char="•"/>
            </a:pPr>
            <a:r>
              <a:rPr lang="en-US" sz="2000" b="1" dirty="0">
                <a:solidFill>
                  <a:srgbClr val="F8FAFC"/>
                </a:solidFill>
                <a:latin typeface="Inter"/>
              </a:rPr>
              <a:t>Customers want speed. 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F97316"/>
              </a:buClr>
              <a:buFont typeface="Arial"/>
              <a:buChar char="•"/>
            </a:pPr>
            <a:r>
              <a:rPr lang="en-US" sz="2000" b="1" dirty="0">
                <a:solidFill>
                  <a:srgbClr val="F8FAFC"/>
                </a:solidFill>
                <a:latin typeface="Inter"/>
              </a:rPr>
              <a:t>Costs are flat. 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F97316"/>
              </a:buClr>
              <a:buFont typeface="Arial"/>
              <a:buChar char="•"/>
            </a:pPr>
            <a:r>
              <a:rPr lang="en-US" sz="2000" b="1" dirty="0">
                <a:solidFill>
                  <a:srgbClr val="F8FAFC"/>
                </a:solidFill>
                <a:latin typeface="Inter"/>
              </a:rPr>
              <a:t>Pilots work. </a:t>
            </a:r>
            <a:r>
              <a:rPr lang="en-US" sz="2000" dirty="0">
                <a:solidFill>
                  <a:srgbClr val="94A3B8"/>
                </a:solidFill>
                <a:latin typeface="Inter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F97316"/>
                </a:solidFill>
                <a:latin typeface="Montserrat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F8FAFC"/>
                </a:solidFill>
                <a:latin typeface="Montserrat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F97316"/>
                </a:solidFill>
                <a:latin typeface="Inter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Montserrat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94A3B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F97316"/>
                </a:solidFill>
                <a:latin typeface="Inter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Montserrat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94A3B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8FAFC"/>
                </a:solidFill>
                <a:latin typeface="Montserrat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Inter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deck">
  <a:themeElements>
    <a:clrScheme name="Pitch deck">
      <a:dk1>
        <a:srgbClr val="F8FAFC"/>
      </a:dk1>
      <a:lt1>
        <a:srgbClr val="FFFFFF"/>
      </a:lt1>
      <a:dk2>
        <a:srgbClr val="1F2937"/>
      </a:dk2>
      <a:lt2>
        <a:srgbClr val="1E293B"/>
      </a:lt2>
      <a:accent1>
        <a:srgbClr val="F97316"/>
      </a:accent1>
      <a:accent2>
        <a:srgbClr val="38BDF8"/>
      </a:accent2>
      <a:accent3>
        <a:srgbClr val="94A3B8"/>
      </a:accent3>
      <a:accent4>
        <a:srgbClr val="10B981"/>
      </a:accent4>
      <a:accent5>
        <a:srgbClr val="8B5CF6"/>
      </a:accent5>
      <a:accent6>
        <a:srgbClr val="EF4444"/>
      </a:accent6>
      <a:hlink>
        <a:srgbClr val="F97316"/>
      </a:hlink>
      <a:folHlink>
        <a:srgbClr val="38BDF8"/>
      </a:folHlink>
    </a:clrScheme>
    <a:fontScheme name="Pitch deck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Pitch deck</dc:title>
  <dc:subject/>
  <dc:creator>Craft Suite</dc:creator>
  <cp:keywords>template</cp:keywords>
  <dcterms:created xsi:type="dcterms:W3CDTF">2026-01-01T00:00:00Z</dcterms:created>
</cp:coreProperties>
</file>