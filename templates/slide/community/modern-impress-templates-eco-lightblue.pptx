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l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D323EB-E84F-446C-A706-D80B148ADE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37D4FF4-3CA0-4CE7-8D0F-199E5E23DA0F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2026-10-19T16:22:13Z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eCO-lightblue</dc:title>
</cp:coreProperties>
</file>