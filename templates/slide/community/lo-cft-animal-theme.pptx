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nimals_tem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CA4769-92C3-4487-9902-7EED339CEB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animals_tem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88700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B81745-65C4-43E4-88E7-9B5DCA9B1C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88700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CH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CH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4C6FB05-490C-4E48-B028-2A7A9A54C4A4}" type="slidenum"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3384000" y="4464000"/>
            <a:ext cx="6552000" cy="94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CH" sz="6000" spc="199" strike="noStrike">
                <a:solidFill>
                  <a:srgbClr val="ffffff"/>
                </a:solidFill>
                <a:latin typeface="Arial"/>
              </a:rPr>
              <a:t>Presentation Title</a:t>
            </a:r>
            <a:endParaRPr b="0" lang="de-CH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936000" y="576000"/>
            <a:ext cx="3096000" cy="65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CH" sz="4000" spc="199" strike="noStrike">
                <a:solidFill>
                  <a:srgbClr val="ffffff"/>
                </a:solidFill>
                <a:latin typeface="Arial"/>
              </a:rPr>
              <a:t>Title Slide</a:t>
            </a:r>
            <a:endParaRPr b="0" lang="de-CH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456000" y="4597200"/>
            <a:ext cx="3096000" cy="65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CH" sz="4000" spc="199" strike="noStrike">
                <a:solidFill>
                  <a:srgbClr val="ffffff"/>
                </a:solidFill>
                <a:latin typeface="Arial"/>
              </a:rPr>
              <a:t>Title Slide</a:t>
            </a:r>
            <a:endParaRPr b="0" lang="de-CH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936000" y="576000"/>
            <a:ext cx="3096000" cy="65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CH" sz="4000" spc="199" strike="noStrike">
                <a:solidFill>
                  <a:srgbClr val="ffffff"/>
                </a:solidFill>
                <a:latin typeface="Arial"/>
              </a:rPr>
              <a:t>Title Slide</a:t>
            </a:r>
            <a:endParaRPr b="0" lang="de-CH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936000" y="576000"/>
            <a:ext cx="3096000" cy="65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CH" sz="4000" spc="199" strike="noStrike">
                <a:solidFill>
                  <a:srgbClr val="ffffff"/>
                </a:solidFill>
                <a:latin typeface="Arial"/>
              </a:rPr>
              <a:t>Title Slide</a:t>
            </a:r>
            <a:endParaRPr b="0" lang="de-CH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2026-10-19T16:21:32Z</dcterms:created>
  <dc:creator/>
  <dc:description/>
  <dc:language>en-US</dc:language>
  <cp:lastModifiedBy/>
  <cp:revision>1</cp:revision>
  <dc:subject/>
  <dc:title/>
</cp:coreProperties>
</file>