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77450" cy="5668963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ir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364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88671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7"/>
              </a:spcAft>
              <a:buNone/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BC734E-9177-4712-BD3B-947007EA2F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ir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364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88671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B1B2B8-D75F-461F-9B82-7BFDED4076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364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88671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Aft>
                <a:spcPts val="42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Aft>
                <a:spcPts val="20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Aft>
                <a:spcPts val="20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Aft>
                <a:spcPts val="20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3640" y="5164560"/>
            <a:ext cx="234756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5920" y="5164560"/>
            <a:ext cx="319392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4840" y="5164560"/>
            <a:ext cx="234756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F032F7D-5251-4908-90BD-A2EACD64BA0D}" type="slidenum"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1371240"/>
            <a:ext cx="10076760" cy="1005840"/>
          </a:xfrm>
          <a:prstGeom prst="rect">
            <a:avLst/>
          </a:prstGeom>
          <a:gradFill rotWithShape="0">
            <a:gsLst>
              <a:gs pos="25000">
                <a:srgbClr val="990100"/>
              </a:gs>
              <a:gs pos="100000">
                <a:srgbClr val="cc4025"/>
              </a:gs>
            </a:gsLst>
            <a:lin ang="2700000"/>
          </a:gra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27400" y="3977640"/>
            <a:ext cx="479772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0" lang="en-US" sz="2400" spc="-1" strike="noStrike">
                <a:solidFill>
                  <a:srgbClr val="a61c00"/>
                </a:solidFill>
                <a:latin typeface="Arial"/>
              </a:rPr>
              <a:t>Pres</a:t>
            </a:r>
            <a:r>
              <a:rPr b="0" lang="en-US" sz="2390" spc="-1" strike="noStrike">
                <a:solidFill>
                  <a:srgbClr val="a61c00"/>
                </a:solidFill>
                <a:latin typeface="Arial"/>
              </a:rPr>
              <a:t>enter: [name]</a:t>
            </a: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Aft>
                <a:spcPts val="1057"/>
              </a:spcAft>
              <a:buNone/>
            </a:pPr>
            <a:r>
              <a:rPr b="0" lang="en-US" sz="2390" spc="-1" strike="noStrike">
                <a:solidFill>
                  <a:srgbClr val="a61c00"/>
                </a:solidFill>
                <a:latin typeface="Arial"/>
              </a:rPr>
              <a:t>Date: [date]</a:t>
            </a: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Aft>
                <a:spcPts val="1057"/>
              </a:spcAft>
              <a:buNone/>
            </a:pPr>
            <a:r>
              <a:rPr b="0" lang="en-US" sz="2390" spc="-1" strike="noStrike">
                <a:solidFill>
                  <a:srgbClr val="a61c00"/>
                </a:solidFill>
                <a:latin typeface="Arial"/>
              </a:rPr>
              <a:t>Location</a:t>
            </a:r>
            <a:r>
              <a:rPr b="0" lang="en-US" sz="2400" spc="-1" strike="noStrike">
                <a:solidFill>
                  <a:srgbClr val="a61c00"/>
                </a:solidFill>
                <a:latin typeface="Arial"/>
              </a:rPr>
              <a:t>: [location]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3640" y="225360"/>
            <a:ext cx="9068760" cy="946800"/>
          </a:xfrm>
          <a:prstGeom prst="rect">
            <a:avLst/>
          </a:prstGeom>
          <a:gradFill rotWithShape="0">
            <a:gsLst>
              <a:gs pos="25000">
                <a:srgbClr val="990100"/>
              </a:gs>
              <a:gs pos="100000">
                <a:srgbClr val="cc4025"/>
              </a:gs>
            </a:gsLst>
            <a:lin ang="2700000"/>
          </a:gra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88671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7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2026-10-19T16:21:35Z</dcterms:created>
  <dc:creator/>
  <dc:description/>
  <dc:language>en-US</dc:language>
  <cp:lastModifiedBy/>
  <cp:revision>1</cp:revision>
  <dc:subject/>
  <dc:title/>
</cp:coreProperties>
</file>