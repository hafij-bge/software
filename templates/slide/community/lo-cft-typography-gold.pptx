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media/image1.jpeg" ContentType="image/jpeg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2384088" cy="6983413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ypography-g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90760" y="2596680"/>
            <a:ext cx="11145240" cy="130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8800" spc="-1" strike="noStrike">
              <a:solidFill>
                <a:srgbClr val="ffffff"/>
              </a:solidFill>
              <a:latin typeface="URW Gothic 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19200" y="4824000"/>
            <a:ext cx="1114524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307"/>
              </a:spcAft>
              <a:buNone/>
            </a:pPr>
            <a:endParaRPr b="0" lang="de-DE" sz="29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2C3B57B-CEEF-4EDC-8BCA-238A6499121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" descr=""/>
          <p:cNvPicPr/>
          <p:nvPr/>
        </p:nvPicPr>
        <p:blipFill>
          <a:blip r:embed="rId2"/>
          <a:stretch/>
        </p:blipFill>
        <p:spPr>
          <a:xfrm>
            <a:off x="0" y="0"/>
            <a:ext cx="12384000" cy="6983640"/>
          </a:xfrm>
          <a:prstGeom prst="rect">
            <a:avLst/>
          </a:prstGeom>
          <a:ln w="0">
            <a:noFill/>
          </a:ln>
        </p:spPr>
      </p:pic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590760" y="2664000"/>
            <a:ext cx="11145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de-DE" sz="8800" spc="-1" strike="noStrike">
                <a:solidFill>
                  <a:srgbClr val="ffffff"/>
                </a:solidFill>
                <a:latin typeface="URW Gothic L"/>
              </a:rPr>
              <a:t>Click to edit the title text format</a:t>
            </a:r>
            <a:endParaRPr b="0" lang="de-DE" sz="8800" spc="-1" strike="noStrike">
              <a:solidFill>
                <a:srgbClr val="ffffff"/>
              </a:solidFill>
              <a:latin typeface="URW Gothic 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619200" y="4824000"/>
            <a:ext cx="1114524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9672" lnSpcReduction="10000"/>
          </a:bodyPr>
          <a:p>
            <a:pPr marL="432000" indent="-324000">
              <a:spcAft>
                <a:spcPts val="130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96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de-DE" sz="296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Aft>
                <a:spcPts val="1046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58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de-DE" sz="258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Aft>
                <a:spcPts val="78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22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de-DE" sz="222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Aft>
                <a:spcPts val="52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5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de-DE" sz="185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Aft>
                <a:spcPts val="261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85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de-DE" sz="185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Aft>
                <a:spcPts val="26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5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de-DE" sz="185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Aft>
                <a:spcPts val="26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5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de-DE" sz="1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619200" y="6362280"/>
            <a:ext cx="2885040" cy="4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4235040" y="6362280"/>
            <a:ext cx="3925080" cy="4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8879040" y="6362280"/>
            <a:ext cx="2885040" cy="4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94BA86F4-ABC2-4358-80DA-5FCD0A3E2578}" type="slidenum"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590760" y="2596680"/>
            <a:ext cx="11145240" cy="130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8800" spc="-1" strike="noStrike">
              <a:solidFill>
                <a:srgbClr val="ffffff"/>
              </a:solidFill>
              <a:latin typeface="URW Gothic 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619200" y="4824000"/>
            <a:ext cx="11145240" cy="141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307"/>
              </a:spcAft>
              <a:buNone/>
            </a:pPr>
            <a:endParaRPr b="0" lang="de-DE" sz="296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2026-10-19T16:21:45Z</dcterms:created>
  <dc:creator/>
  <dc:description/>
  <dc:language>en-US</dc:language>
  <cp:lastModifiedBy/>
  <cp:revision>1</cp:revision>
  <dc:subject/>
  <dc:title/>
</cp:coreProperties>
</file>