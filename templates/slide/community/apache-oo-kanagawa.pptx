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kanaga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E117A4-723C-43FF-92E9-AF5B565BA8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Source Sans Pro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B29DC43-9CF3-47B6-A714-AF114A3C63C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711201" sy="796359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711201" sy="796359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711201" sy="796359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711201" sy="796359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2026-10-19T16:21:26Z</dcterms:created>
  <dc:creator/>
  <dc:description>This free image is the public domain image of Katsushika Hokusai's woodcut "The Great Wave at Kanagawa", created between 1823-1829, found at Wikimedia Commons.
With template creation instructions.
R. Stacey – 3/12/2010</dc:description>
  <cp:keywords>Katsushika Hokusai woodcut The Great Wave at Kanagawa howto</cp:keywords>
  <dc:language>en-US</dc:language>
  <cp:lastModifiedBy/>
  <cp:revision>1</cp:revision>
  <dc:subject>Katsushika Hokusai's woodcut "The Great Wave at Kanagawa"</dc:subject>
  <dc:title>The Great Wave at Kanagawa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">
    <vt:lpwstr>CC-BY</vt:lpwstr>
  </property>
</Properties>
</file>