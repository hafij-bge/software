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F16FFC-FDBF-487D-8911-33E598E12A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07" sy="744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A23E4CA-24DC-4F84-8026-92B653EE3DD6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2026-10-19T16:22:16Z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eCO-red</dc:title>
</cp:coreProperties>
</file>