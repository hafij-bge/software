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Kat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321840"/>
            <a:ext cx="7343640" cy="111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pl-PL" sz="44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48000" y="2520000"/>
            <a:ext cx="7992000" cy="38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pl-PL" sz="3200" spc="-1" strike="noStrike">
              <a:solidFill>
                <a:srgbClr val="333333"/>
              </a:solidFill>
              <a:latin typeface="Courier Ne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866C7D-A1A7-4C6A-92EC-6E64702DF1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-432000" y="-216000"/>
            <a:ext cx="10800000" cy="7992000"/>
          </a:xfrm>
          <a:prstGeom prst="rect">
            <a:avLst/>
          </a:prstGeom>
          <a:ln w="0">
            <a:noFill/>
          </a:ln>
        </p:spPr>
      </p:pic>
      <p:pic>
        <p:nvPicPr>
          <p:cNvPr id="1" name="" descr=""/>
          <p:cNvPicPr/>
          <p:nvPr/>
        </p:nvPicPr>
        <p:blipFill>
          <a:blip r:embed="rId3"/>
          <a:stretch/>
        </p:blipFill>
        <p:spPr>
          <a:xfrm>
            <a:off x="8341200" y="0"/>
            <a:ext cx="1594800" cy="7559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321840"/>
            <a:ext cx="7343640" cy="111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pl-PL" sz="4400" spc="-1" strike="noStrike">
                <a:solidFill>
                  <a:srgbClr val="000000"/>
                </a:solidFill>
                <a:latin typeface="Courier New"/>
              </a:rPr>
              <a:t>Click to edit the title text format</a:t>
            </a:r>
            <a:endParaRPr b="1" lang="pl-PL" sz="44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48000" y="2520000"/>
            <a:ext cx="7992000" cy="38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333333"/>
                </a:solidFill>
                <a:latin typeface="Courier New"/>
              </a:rPr>
              <a:t>Click to edit the outline text format</a:t>
            </a:r>
            <a:endParaRPr b="0" lang="pl-PL" sz="3200" spc="-1" strike="noStrike">
              <a:solidFill>
                <a:srgbClr val="333333"/>
              </a:solidFill>
              <a:latin typeface="Courier New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333333"/>
                </a:solidFill>
                <a:latin typeface="Courier New"/>
              </a:rPr>
              <a:t>Second Outline Level</a:t>
            </a:r>
            <a:endParaRPr b="0" lang="pl-PL" sz="2800" spc="-1" strike="noStrike">
              <a:solidFill>
                <a:srgbClr val="333333"/>
              </a:solidFill>
              <a:latin typeface="Courier New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333333"/>
                </a:solidFill>
                <a:latin typeface="Courier New"/>
              </a:rPr>
              <a:t>Third Outline Level</a:t>
            </a:r>
            <a:endParaRPr b="0" lang="pl-PL" sz="2400" spc="-1" strike="noStrike">
              <a:solidFill>
                <a:srgbClr val="333333"/>
              </a:solidFill>
              <a:latin typeface="Courier New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333333"/>
                </a:solidFill>
                <a:latin typeface="Courier New"/>
              </a:rPr>
              <a:t>Fourth Outline Level</a:t>
            </a:r>
            <a:endParaRPr b="0" lang="pl-PL" sz="2000" spc="-1" strike="noStrike">
              <a:solidFill>
                <a:srgbClr val="333333"/>
              </a:solidFill>
              <a:latin typeface="Courier New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333333"/>
                </a:solidFill>
                <a:latin typeface="Courier New"/>
              </a:rPr>
              <a:t>Fifth Outline Level</a:t>
            </a:r>
            <a:endParaRPr b="0" lang="pl-PL" sz="2000" spc="-1" strike="noStrike">
              <a:solidFill>
                <a:srgbClr val="333333"/>
              </a:solidFill>
              <a:latin typeface="Courier New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333333"/>
                </a:solidFill>
                <a:latin typeface="Courier New"/>
              </a:rPr>
              <a:t>Sixth Outline Level</a:t>
            </a:r>
            <a:endParaRPr b="0" lang="pl-PL" sz="2000" spc="-1" strike="noStrike">
              <a:solidFill>
                <a:srgbClr val="333333"/>
              </a:solidFill>
              <a:latin typeface="Courier New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333333"/>
                </a:solidFill>
                <a:latin typeface="Courier New"/>
              </a:rPr>
              <a:t>Seventh Outline Level</a:t>
            </a:r>
            <a:endParaRPr b="0" lang="pl-PL" sz="2000" spc="-1" strike="noStrike">
              <a:solidFill>
                <a:srgbClr val="333333"/>
              </a:solidFill>
              <a:latin typeface="Courier Ne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384000" y="6894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08372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86F5429-5EB2-4A89-80BD-C27C8A331048}" type="slidenum"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4"/>
          <a:stretch/>
        </p:blipFill>
        <p:spPr>
          <a:xfrm rot="1764000">
            <a:off x="920520" y="-1439640"/>
            <a:ext cx="8780400" cy="58996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45520"/>
            <a:ext cx="7343640" cy="127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pl-PL" sz="44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48000" y="2520000"/>
            <a:ext cx="7992000" cy="38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pl-PL" sz="3200" spc="-1" strike="noStrike">
              <a:solidFill>
                <a:srgbClr val="333333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2026-10-19T16:21:48Z</dcterms:created>
  <dc:creator/>
  <dc:description/>
  <dc:language>en-US</dc:language>
  <cp:lastModifiedBy/>
  <cp:revision>1</cp:revision>
  <dc:subject/>
  <dc:title/>
</cp:coreProperties>
</file>