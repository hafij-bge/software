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eco-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A286AE-B851-4891-BE1D-54D98AA638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62007" sy="7441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Open Sans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Open Sans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Open Sans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1B43B73-FA04-461D-B1C4-55F534FEB7E9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2026-10-19T16:22:12Z</dcterms:created>
  <dc:creator/>
  <dc:description>Based on eCO - Wallpapers by lassekongo83: http://lassekongo83.deviantart.com/art/eCO-Wallpapers-153472704. License: CC-BY. Description: Minimalistic wallpapers that are good to use when you don't want to be distracted. ;)</dc:description>
  <dc:language>en-US</dc:language>
  <cp:lastModifiedBy/>
  <cp:revision>1</cp:revision>
  <dc:subject/>
  <dc:title>eCO-gold</dc:title>
</cp:coreProperties>
</file>