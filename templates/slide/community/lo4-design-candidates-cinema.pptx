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in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223A45-42B9-4A82-A377-83CFA62344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BCB37A6-E06A-4ACC-9B06-B571CCC16DF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907164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76000" y="1326600"/>
            <a:ext cx="8928000" cy="392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2026-10-19T16:21:47Z</dcterms:created>
  <dc:creator/>
  <dc:description/>
  <dc:language>en-US</dc:language>
  <cp:lastModifiedBy/>
  <cp:revision>1</cp:revision>
  <dc:subject/>
  <dc:title>Cinema</dc:title>
</cp:coreProperties>
</file>