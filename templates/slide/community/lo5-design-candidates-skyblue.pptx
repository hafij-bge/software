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4.png" ContentType="image/png"/>
  <Override PartName="/ppt/media/image3.jpeg" ContentType="image/jpeg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</p:sldMasterIdLst>
  <p:sldIdLst>
    <p:sldId id="256" r:id="rId5"/>
    <p:sldId id="257" r:id="rId6"/>
    <p:sldId id="258" r:id="rId7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ky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37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2191EA-E666-495D-8101-CA549C7710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ky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37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823B9D-B15A-4332-B2D0-80D147BE3F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ky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37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52A015-ED53-4457-960B-B24BC9A95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ky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37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AB3C52B-A826-4744-976E-82EADAAEC3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-55800" y="0"/>
            <a:ext cx="2892600" cy="756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096000" y="2193840"/>
            <a:ext cx="655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096000" y="4104000"/>
            <a:ext cx="6479640" cy="204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9368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C10B559-35C8-4776-B5E6-2D71F065987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36000" y="6900840"/>
            <a:ext cx="10080000" cy="65052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3"/>
          <a:stretch/>
        </p:blipFill>
        <p:spPr>
          <a:xfrm>
            <a:off x="-5760" y="-25560"/>
            <a:ext cx="10085760" cy="144144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157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67CEAA2-E75D-4C16-9555-858BED89C36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37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08800" y="576360"/>
            <a:ext cx="9655200" cy="6336000"/>
          </a:xfrm>
          <a:prstGeom prst="roundRect">
            <a:avLst>
              <a:gd name="adj" fmla="val 16667"/>
            </a:avLst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83CB4DF-99FA-47AE-8D0A-C5C361E581C2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096000" y="2193840"/>
            <a:ext cx="655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3096000" y="4104000"/>
            <a:ext cx="6479640" cy="204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157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37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2026-10-19T16:22:04Z</dcterms:created>
  <dc:creator/>
  <dc:description/>
  <dc:language>en-US</dc:language>
  <cp:lastModifiedBy/>
  <cp:revision>1</cp:revision>
  <dc:subject/>
  <dc:title/>
</cp:coreProperties>
</file>