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ree_flower_cloud_s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8549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920C2E-43C2-4BF3-B0F0-5D716C5131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ree_flower_cloud_s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85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FFF1B3-DBBF-4F62-9FE0-ED5F732421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ree_flower_cloud_su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8549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5023E7-ED62-4DC9-8FA6-7649BCC14A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80000" cy="7560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44000" y="1728000"/>
            <a:ext cx="9071640" cy="178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032360" y="3854520"/>
            <a:ext cx="5183640" cy="96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7498"/>
          </a:bodyPr>
          <a:p>
            <a:pPr marL="432000" indent="-324000" algn="r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algn="r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algn="r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 algn="r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 algn="r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 algn="r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 algn="r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0" y="7200000"/>
            <a:ext cx="2348280" cy="23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7200000"/>
            <a:ext cx="3195000" cy="17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9288000" y="7236000"/>
            <a:ext cx="64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8A1CE2B0-F65F-4F6A-8E52-8B0C19A850B6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9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80000" cy="756000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8549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27720" y="727200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447360" y="727200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7587720" y="725472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A398DCD1-4384-4AB6-97D3-81475DC148BD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44000" y="1728000"/>
            <a:ext cx="9071640" cy="178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4032360" y="3854520"/>
            <a:ext cx="5183640" cy="96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854960"/>
          </a:xfrm>
          <a:prstGeom prst="rect">
            <a:avLst/>
          </a:pr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6780BC-916C-4F0D-BA82-E079E5A01F08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2026-10-19T16:21:59Z</dcterms:created>
  <dc:creator/>
  <dc:description/>
  <dc:language>en-US</dc:language>
  <cp:lastModifiedBy/>
  <cp:revision>1</cp:revision>
  <dc:subject/>
  <dc:title/>
</cp:coreProperties>
</file>