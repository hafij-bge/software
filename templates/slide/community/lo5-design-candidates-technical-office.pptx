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</p:sldMasterIdLst>
  <p:sldIdLst>
    <p:sldId id="256" r:id="rId6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echnical-off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92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B802BF6-F174-4110-AD3F-6073C3BDF6C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echnical-offic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92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269E108-32FD-403C-80EE-6E5C24B02F6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echnical-offic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92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BDE9FA69-79E9-4CB1-9ADA-6C02972C2E8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echnical-offic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92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79795543-C6C9-40B0-9D09-F314EC9946A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13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it-IT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944000"/>
            <a:ext cx="9071640" cy="39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41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Aft>
                <a:spcPts val="1134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it-IT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it-IT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6599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6599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6599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2E267394-049F-4BEB-AB62-A2BFD0D6E523}" type="slidenum"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06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it-IT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504000" y="1944000"/>
            <a:ext cx="9071640" cy="388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41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Aft>
                <a:spcPts val="1134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it-IT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it-IT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504000" y="6635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447360" y="6635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7227360" y="6635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14437E76-B13E-4DFC-8F6D-921857CD7841}" type="slidenum"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99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it-IT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504000" y="2160000"/>
            <a:ext cx="9071640" cy="36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41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Aft>
                <a:spcPts val="1134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it-IT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it-IT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504000" y="6635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447360" y="6635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7227360" y="6635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314499B-C2D4-48E2-920A-3463B5007398}" type="slidenum"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92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it-IT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04000" y="2592000"/>
            <a:ext cx="9071640" cy="356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41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Aft>
                <a:spcPts val="1134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it-IT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it-IT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dt" idx="10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ftr" idx="11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sldNum" idx="12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D0EAF860-518C-40A3-BEAB-06E87763244B}" type="slidenum"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92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2026-10-19T16:22:05Z</dcterms:created>
  <dc:creator/>
  <dc:description/>
  <dc:language>en-US</dc:language>
  <cp:lastModifiedBy/>
  <cp:revision>1</cp:revision>
  <dc:subject/>
  <dc:title/>
</cp:coreProperties>
</file>