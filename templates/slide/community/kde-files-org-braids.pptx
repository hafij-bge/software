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rai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CCD826-F5DF-48EF-9D25-AAC1026426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4.png"/><Relationship Id="rId7" Type="http://schemas.openxmlformats.org/officeDocument/2006/relationships/image" Target="../media/image4.png"/><Relationship Id="rId8" Type="http://schemas.openxmlformats.org/officeDocument/2006/relationships/image" Target="../media/image4.png"/><Relationship Id="rId9" Type="http://schemas.openxmlformats.org/officeDocument/2006/relationships/image" Target="../media/image4.png"/><Relationship Id="rId10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DejaVu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7"/>
              </a:spcAft>
              <a:buSzPct val="100000"/>
              <a:buBlip>
                <a:blip r:embed="rId3"/>
              </a:buBlip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>
              <a:spcAft>
                <a:spcPts val="1134"/>
              </a:spcAft>
              <a:buSzPct val="100000"/>
              <a:buBlip>
                <a:blip r:embed="rId4"/>
              </a:buBlip>
            </a:pPr>
            <a:r>
              <a:rPr b="0" lang="en-US" sz="2800" spc="-1" strike="noStrike">
                <a:solidFill>
                  <a:srgbClr val="000000"/>
                </a:solidFill>
                <a:latin typeface="DejaVu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>
              <a:spcAft>
                <a:spcPts val="850"/>
              </a:spcAft>
              <a:buSzPct val="102715"/>
              <a:buBlip>
                <a:blip r:embed="rId5"/>
              </a:buBlip>
            </a:pPr>
            <a:r>
              <a:rPr b="0" lang="en-US" sz="2400" spc="-1" strike="noStrike">
                <a:solidFill>
                  <a:srgbClr val="000000"/>
                </a:solidFill>
                <a:latin typeface="DejaVu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>
              <a:spcAft>
                <a:spcPts val="567"/>
              </a:spcAft>
              <a:buSzPct val="123229"/>
              <a:buBlip>
                <a:blip r:embed="rId6"/>
              </a:buBlip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>
              <a:spcAft>
                <a:spcPts val="283"/>
              </a:spcAft>
              <a:buSzPct val="123229"/>
              <a:buBlip>
                <a:blip r:embed="rId7"/>
              </a:buBlip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>
              <a:spcAft>
                <a:spcPts val="283"/>
              </a:spcAft>
              <a:buSzPct val="123229"/>
              <a:buBlip>
                <a:blip r:embed="rId8"/>
              </a:buBlip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>
              <a:spcAft>
                <a:spcPts val="283"/>
              </a:spcAft>
              <a:buSzPct val="123229"/>
              <a:buBlip>
                <a:blip r:embed="rId9"/>
              </a:buBlip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DejaVu Sans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DejaVu Sans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DejaVu Sans"/>
              </a:defRPr>
            </a:lvl1pPr>
          </a:lstStyle>
          <a:p>
            <a:pPr indent="0" algn="r">
              <a:buNone/>
            </a:pPr>
            <a:fld id="{410E318E-6C6B-4165-8003-69A6472EB6E6}" type="slidenum">
              <a:rPr b="0" lang="en-US" sz="1400" spc="-1" strike="noStrike">
                <a:solidFill>
                  <a:srgbClr val="000000"/>
                </a:solidFill>
                <a:latin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 txBox="1"/>
          <p:nvPr/>
        </p:nvSpPr>
        <p:spPr>
          <a:xfrm rot="16200000">
            <a:off x="-1709280" y="5595840"/>
            <a:ext cx="3657600" cy="23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DejaVu Sans"/>
              </a:rPr>
              <a:t>Layout by orngjce223, CC-BY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://orngjce223.webs.com/contactme.htm" TargetMode="External"/><Relationship Id="rId2" Type="http://schemas.openxmlformats.org/officeDocument/2006/relationships/hyperlink" Target="http://bomomo.com/" TargetMode="External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This template was made by orngjce223.  Comments?  Questions?  Contact me at </a:t>
            </a:r>
            <a:r>
              <a:rPr b="0" lang="en-US" sz="3200" spc="-1" strike="noStrike">
                <a:solidFill>
                  <a:srgbClr val="000000"/>
                </a:solidFill>
                <a:latin typeface="DejaVu Sans"/>
                <a:hlinkClick r:id="rId1"/>
              </a:rPr>
              <a:t>http://orngjce223.webs.com/contactme.htm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Template is licensed CC-BY 3.0.  Pictures made with Bomomo (</a:t>
            </a:r>
            <a:r>
              <a:rPr b="0" lang="en-US" sz="3200" spc="-1" strike="noStrike">
                <a:solidFill>
                  <a:srgbClr val="000000"/>
                </a:solidFill>
                <a:latin typeface="DejaVu Sans"/>
                <a:hlinkClick r:id="rId2"/>
              </a:rPr>
              <a:t>http://bomomo.com</a:t>
            </a: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).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2026-10-19T16:21:31Z</dcterms:created>
  <dc:creator/>
  <dc:description>"Braids presentation background"
Author: orngjce223
License: CC-BY
Description: Abstract presentation background. Picture made with Bomomo [http://bomomo.com/].
Website: https://templates.services.openoffice.org/en/node/1873</dc:description>
  <cp:keywords>background abstract presentation</cp:keywords>
  <dc:language>en-US</dc:language>
  <cp:lastModifiedBy/>
  <cp:revision>1</cp:revision>
  <dc:subject>Presentation background</dc:subject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fo 2">
    <vt:lpwstr/>
  </property>
  <property fmtid="{D5CDD505-2E9C-101B-9397-08002B2CF9AE}" pid="3" name="Info 3">
    <vt:lpwstr/>
  </property>
  <property fmtid="{D5CDD505-2E9C-101B-9397-08002B2CF9AE}" pid="4" name="Info 4">
    <vt:lpwstr/>
  </property>
  <property fmtid="{D5CDD505-2E9C-101B-9397-08002B2CF9AE}" pid="5" name="License">
    <vt:lpwstr>&lt;a href="http://creativecommons.org/licenses/by/3.0/us/"&gt;CC-BY&lt;/a&gt; (attribute to orngjce223)</vt:lpwstr>
  </property>
</Properties>
</file>