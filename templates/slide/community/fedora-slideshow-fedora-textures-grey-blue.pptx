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media/image1.jpeg" ContentType="image/jpeg"/>
  <Override PartName="/ppt/media/image2.jpeg" ContentType="image/jpeg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1.xml" ContentType="application/vnd.openxmlformats-officedocument.presentationml.slide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10080625" cy="7559675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unbranded-fedora-slideshow-templ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noAutofit/>
          </a:bodyPr>
          <a:p>
            <a:pPr indent="0" algn="r">
              <a:buNone/>
            </a:pPr>
            <a:endParaRPr b="0" lang="en-US" sz="4800" spc="-1" strike="noStrike">
              <a:solidFill>
                <a:srgbClr val="ffffff"/>
              </a:solidFill>
              <a:latin typeface="Comfortaa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/>
          </p:nvPr>
        </p:nvSpPr>
        <p:spPr>
          <a:xfrm>
            <a:off x="504000" y="1769040"/>
            <a:ext cx="9071640" cy="498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Aft>
                <a:spcPts val="1417"/>
              </a:spcAft>
              <a:buNone/>
            </a:pPr>
            <a:endParaRPr b="0" lang="en-US" sz="3200" spc="-1" strike="noStrike">
              <a:solidFill>
                <a:srgbClr val="ffffff"/>
              </a:solidFill>
              <a:latin typeface="Droid San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A42E857-A7BE-428E-8927-6939E26DA44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unbranded-fedora-slideshow-templat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noAutofit/>
          </a:bodyPr>
          <a:p>
            <a:pPr indent="0" algn="r">
              <a:buNone/>
            </a:pPr>
            <a:endParaRPr b="0" lang="en-US" sz="4800" spc="-1" strike="noStrike">
              <a:solidFill>
                <a:srgbClr val="ffffff"/>
              </a:solidFill>
              <a:latin typeface="Comforta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504000" y="1769040"/>
            <a:ext cx="9071640" cy="498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Aft>
                <a:spcPts val="1417"/>
              </a:spcAft>
              <a:buNone/>
            </a:pPr>
            <a:endParaRPr b="0" lang="en-US" sz="3200" spc="-1" strike="noStrike">
              <a:solidFill>
                <a:srgbClr val="ffffff"/>
              </a:solidFill>
              <a:latin typeface="Droid San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5FF36D3-3544-474B-B5FB-E9FD5BA276A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mediaAndTx" preserve="1">
  <p:cSld name="unbranded-fedora-slideshow-templat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A2B7127-7CF8-48F0-9C76-6154A009BBF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noAutofit/>
          </a:bodyPr>
          <a:p>
            <a:pPr indent="0" algn="ctr">
              <a:buNone/>
            </a:pPr>
            <a:r>
              <a:rPr b="0" lang="en-US" sz="4800" spc="-1" strike="noStrike">
                <a:solidFill>
                  <a:srgbClr val="eeeff0"/>
                </a:solidFill>
                <a:latin typeface="Comfortaa"/>
              </a:rPr>
              <a:t>Click to edit the title text format</a:t>
            </a:r>
            <a:endParaRPr b="0" lang="en-US" sz="4800" spc="-1" strike="noStrike">
              <a:solidFill>
                <a:srgbClr val="eeeff0"/>
              </a:solidFill>
              <a:latin typeface="Comfortaa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640" cy="438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Aft>
                <a:spcPts val="1417"/>
              </a:spcAft>
              <a:buClr>
                <a:srgbClr val="eeeff0"/>
              </a:buClr>
              <a:buFont typeface="Droid Sans"/>
              <a:buChar char="·"/>
            </a:pPr>
            <a:r>
              <a:rPr b="0" lang="en-US" sz="3200" spc="-1" strike="noStrike">
                <a:solidFill>
                  <a:srgbClr val="eeeff0"/>
                </a:solidFill>
                <a:latin typeface="Droid Sans"/>
              </a:rPr>
              <a:t>Click to edit the outline text format</a:t>
            </a:r>
            <a:endParaRPr b="0" lang="en-US" sz="3200" spc="-1" strike="noStrike">
              <a:solidFill>
                <a:srgbClr val="eeeff0"/>
              </a:solidFill>
              <a:latin typeface="Droid Sans"/>
            </a:endParaRPr>
          </a:p>
          <a:p>
            <a:pPr lvl="1" marL="864000" indent="-324000">
              <a:spcAft>
                <a:spcPts val="1134"/>
              </a:spcAft>
              <a:buClr>
                <a:srgbClr val="eeeff0"/>
              </a:buClr>
              <a:buFont typeface="Droid Sans"/>
              <a:buChar char="·"/>
            </a:pPr>
            <a:r>
              <a:rPr b="0" lang="en-US" sz="2800" spc="-1" strike="noStrike">
                <a:solidFill>
                  <a:srgbClr val="eeeff0"/>
                </a:solidFill>
                <a:latin typeface="Droid Sans"/>
              </a:rPr>
              <a:t>Second Outline Level</a:t>
            </a:r>
            <a:endParaRPr b="0" lang="en-US" sz="2800" spc="-1" strike="noStrike">
              <a:solidFill>
                <a:srgbClr val="eeeff0"/>
              </a:solidFill>
              <a:latin typeface="Droid Sans"/>
            </a:endParaRPr>
          </a:p>
          <a:p>
            <a:pPr lvl="2" marL="1296000" indent="-288000">
              <a:spcAft>
                <a:spcPts val="850"/>
              </a:spcAft>
              <a:buClr>
                <a:srgbClr val="eeeff0"/>
              </a:buClr>
              <a:buFont typeface="Droid Sans"/>
              <a:buChar char="·"/>
            </a:pPr>
            <a:r>
              <a:rPr b="0" lang="en-US" sz="2400" spc="-1" strike="noStrike">
                <a:solidFill>
                  <a:srgbClr val="eeeff0"/>
                </a:solidFill>
                <a:latin typeface="Droid Sans"/>
              </a:rPr>
              <a:t>Third Outline Level</a:t>
            </a:r>
            <a:endParaRPr b="0" lang="en-US" sz="2400" spc="-1" strike="noStrike">
              <a:solidFill>
                <a:srgbClr val="eeeff0"/>
              </a:solidFill>
              <a:latin typeface="Droid Sans"/>
            </a:endParaRPr>
          </a:p>
          <a:p>
            <a:pPr lvl="3" marL="1728000" indent="-216000">
              <a:spcAft>
                <a:spcPts val="567"/>
              </a:spcAft>
              <a:buClr>
                <a:srgbClr val="eeeff0"/>
              </a:buClr>
              <a:buFont typeface="Droid Sans"/>
              <a:buChar char="·"/>
            </a:pPr>
            <a:r>
              <a:rPr b="0" lang="en-US" sz="2000" spc="-1" strike="noStrike">
                <a:solidFill>
                  <a:srgbClr val="eeeff0"/>
                </a:solidFill>
                <a:latin typeface="Droid Sans"/>
              </a:rPr>
              <a:t>Fourth Outline Level</a:t>
            </a:r>
            <a:endParaRPr b="0" lang="en-US" sz="2000" spc="-1" strike="noStrike">
              <a:solidFill>
                <a:srgbClr val="eeeff0"/>
              </a:solidFill>
              <a:latin typeface="Droid Sans"/>
            </a:endParaRPr>
          </a:p>
          <a:p>
            <a:pPr lvl="4" marL="2160000" indent="-216000">
              <a:spcAft>
                <a:spcPts val="283"/>
              </a:spcAft>
              <a:buClr>
                <a:srgbClr val="eeeff0"/>
              </a:buClr>
              <a:buFont typeface="Droid Sans"/>
              <a:buChar char="·"/>
            </a:pPr>
            <a:r>
              <a:rPr b="0" lang="en-US" sz="2000" spc="-1" strike="noStrike">
                <a:solidFill>
                  <a:srgbClr val="eeeff0"/>
                </a:solidFill>
                <a:latin typeface="Droid Sans"/>
              </a:rPr>
              <a:t>Fifth Outline Level</a:t>
            </a:r>
            <a:endParaRPr b="0" lang="en-US" sz="2000" spc="-1" strike="noStrike">
              <a:solidFill>
                <a:srgbClr val="eeeff0"/>
              </a:solidFill>
              <a:latin typeface="Droid Sans"/>
            </a:endParaRPr>
          </a:p>
          <a:p>
            <a:pPr lvl="5" marL="2592000" indent="-216000">
              <a:spcAft>
                <a:spcPts val="283"/>
              </a:spcAft>
              <a:buClr>
                <a:srgbClr val="eeeff0"/>
              </a:buClr>
              <a:buFont typeface="Droid Sans"/>
              <a:buChar char="·"/>
            </a:pPr>
            <a:r>
              <a:rPr b="0" lang="en-US" sz="2000" spc="-1" strike="noStrike">
                <a:solidFill>
                  <a:srgbClr val="eeeff0"/>
                </a:solidFill>
                <a:latin typeface="Droid Sans"/>
              </a:rPr>
              <a:t>Sixth Outline Level</a:t>
            </a:r>
            <a:endParaRPr b="0" lang="en-US" sz="2000" spc="-1" strike="noStrike">
              <a:solidFill>
                <a:srgbClr val="eeeff0"/>
              </a:solidFill>
              <a:latin typeface="Droid Sans"/>
            </a:endParaRPr>
          </a:p>
          <a:p>
            <a:pPr lvl="6" marL="3024000" indent="-216000">
              <a:spcAft>
                <a:spcPts val="283"/>
              </a:spcAft>
              <a:buClr>
                <a:srgbClr val="eeeff0"/>
              </a:buClr>
              <a:buFont typeface="Droid Sans"/>
              <a:buChar char="·"/>
            </a:pPr>
            <a:r>
              <a:rPr b="0" lang="en-US" sz="2000" spc="-1" strike="noStrike">
                <a:solidFill>
                  <a:srgbClr val="eeeff0"/>
                </a:solidFill>
                <a:latin typeface="Droid Sans"/>
              </a:rPr>
              <a:t>Seventh Outline Level</a:t>
            </a:r>
            <a:endParaRPr b="0" lang="en-US" sz="2000" spc="-1" strike="noStrike">
              <a:solidFill>
                <a:srgbClr val="eeeff0"/>
              </a:solidFill>
              <a:latin typeface="Droid Sans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688716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eeeff0"/>
                </a:solidFill>
                <a:latin typeface="MgOpen Modata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eeeff0"/>
                </a:solidFill>
                <a:latin typeface="MgOpen Modata"/>
              </a:rPr>
              <a:t>&lt;date/time&gt;</a:t>
            </a:r>
            <a:endParaRPr b="0" lang="en-US" sz="1400" spc="-1" strike="noStrike">
              <a:solidFill>
                <a:srgbClr val="eeeff0"/>
              </a:solidFill>
              <a:latin typeface="MgOpen Modata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6887160"/>
            <a:ext cx="319500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eeeff0"/>
                </a:solidFill>
                <a:latin typeface="MgOpen Modata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eeeff0"/>
                </a:solidFill>
                <a:latin typeface="MgOpen Modata"/>
              </a:rPr>
              <a:t>&lt;footer&gt;</a:t>
            </a:r>
            <a:endParaRPr b="0" lang="en-US" sz="1400" spc="-1" strike="noStrike">
              <a:solidFill>
                <a:srgbClr val="eeeff0"/>
              </a:solidFill>
              <a:latin typeface="MgOpen Modata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688716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eeeff0"/>
                </a:solidFill>
                <a:latin typeface="MgOpen Modata"/>
              </a:defRPr>
            </a:lvl1pPr>
          </a:lstStyle>
          <a:p>
            <a:pPr indent="0" algn="r">
              <a:buNone/>
            </a:pPr>
            <a:fld id="{EC93645F-0FA9-494F-931C-CADD5726FCA8}" type="slidenum">
              <a:rPr b="0" lang="en-US" sz="1400" spc="-1" strike="noStrike">
                <a:solidFill>
                  <a:srgbClr val="eeeff0"/>
                </a:solidFill>
                <a:latin typeface="MgOpen Modata"/>
              </a:rPr>
              <a:t>&lt;number&gt;</a:t>
            </a:fld>
            <a:endParaRPr b="0" lang="en-US" sz="1400" spc="-1" strike="noStrike">
              <a:solidFill>
                <a:srgbClr val="eeeff0"/>
              </a:solidFill>
              <a:latin typeface="MgOpen Modat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noAutofit/>
          </a:bodyPr>
          <a:p>
            <a:pPr indent="0" algn="r">
              <a:buNone/>
            </a:pPr>
            <a:r>
              <a:rPr b="0" lang="en-US" sz="4800" spc="-1" strike="noStrike">
                <a:solidFill>
                  <a:srgbClr val="ffffff"/>
                </a:solidFill>
                <a:latin typeface="Comfortaa"/>
              </a:rPr>
              <a:t>Click to edit the title text format</a:t>
            </a:r>
            <a:endParaRPr b="0" lang="en-US" sz="4800" spc="-1" strike="noStrike">
              <a:solidFill>
                <a:srgbClr val="ffffff"/>
              </a:solidFill>
              <a:latin typeface="Comfortaa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640" cy="498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Aft>
                <a:spcPts val="1417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ffffff"/>
                </a:solidFill>
                <a:latin typeface="Droid Sans"/>
              </a:rPr>
              <a:t>Click to edit the outline text format</a:t>
            </a:r>
            <a:endParaRPr b="0" lang="en-US" sz="3200" spc="-1" strike="noStrike">
              <a:solidFill>
                <a:srgbClr val="ffffff"/>
              </a:solidFill>
              <a:latin typeface="Droid Sans"/>
            </a:endParaRPr>
          </a:p>
          <a:p>
            <a:pPr lvl="1" marL="864000" indent="-324000">
              <a:spcAft>
                <a:spcPts val="1134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ffffff"/>
                </a:solidFill>
                <a:latin typeface="Droid Sans"/>
              </a:rPr>
              <a:t>Second Outline Level</a:t>
            </a:r>
            <a:endParaRPr b="0" lang="en-US" sz="2800" spc="-1" strike="noStrike">
              <a:solidFill>
                <a:srgbClr val="ffffff"/>
              </a:solidFill>
              <a:latin typeface="Droid Sans"/>
            </a:endParaRPr>
          </a:p>
          <a:p>
            <a:pPr lvl="2" marL="1296000" indent="-288000">
              <a:spcAft>
                <a:spcPts val="850"/>
              </a:spcAft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ffffff"/>
                </a:solidFill>
                <a:latin typeface="Droid Sans"/>
              </a:rPr>
              <a:t>Third Outline Level</a:t>
            </a:r>
            <a:endParaRPr b="0" lang="en-US" sz="2400" spc="-1" strike="noStrike">
              <a:solidFill>
                <a:srgbClr val="ffffff"/>
              </a:solidFill>
              <a:latin typeface="Droid Sans"/>
            </a:endParaRPr>
          </a:p>
          <a:p>
            <a:pPr lvl="3" marL="1728000" indent="-216000">
              <a:spcAft>
                <a:spcPts val="567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Droid Sans"/>
              </a:rPr>
              <a:t>Fourth Outline Level</a:t>
            </a:r>
            <a:endParaRPr b="0" lang="en-US" sz="2000" spc="-1" strike="noStrike">
              <a:solidFill>
                <a:srgbClr val="ffffff"/>
              </a:solidFill>
              <a:latin typeface="Droid Sans"/>
            </a:endParaRPr>
          </a:p>
          <a:p>
            <a:pPr lvl="4" marL="2160000" indent="-216000">
              <a:spcAft>
                <a:spcPts val="283"/>
              </a:spcAft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ffffff"/>
                </a:solidFill>
                <a:latin typeface="Droid Sans"/>
              </a:rPr>
              <a:t>Fifth Outline Level</a:t>
            </a:r>
            <a:endParaRPr b="0" lang="en-US" sz="2000" spc="-1" strike="noStrike">
              <a:solidFill>
                <a:srgbClr val="ffffff"/>
              </a:solidFill>
              <a:latin typeface="Droid Sans"/>
            </a:endParaRPr>
          </a:p>
          <a:p>
            <a:pPr lvl="5" marL="2592000" indent="-216000">
              <a:spcAft>
                <a:spcPts val="283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Droid Sans"/>
              </a:rPr>
              <a:t>Sixth Outline Level</a:t>
            </a:r>
            <a:endParaRPr b="0" lang="en-US" sz="2000" spc="-1" strike="noStrike">
              <a:solidFill>
                <a:srgbClr val="ffffff"/>
              </a:solidFill>
              <a:latin typeface="Droid Sans"/>
            </a:endParaRPr>
          </a:p>
          <a:p>
            <a:pPr lvl="6" marL="3024000" indent="-216000">
              <a:spcAft>
                <a:spcPts val="283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Droid Sans"/>
              </a:rPr>
              <a:t>Seventh Outline Level</a:t>
            </a:r>
            <a:endParaRPr b="0" lang="en-US" sz="2000" spc="-1" strike="noStrike">
              <a:solidFill>
                <a:srgbClr val="ffffff"/>
              </a:solidFill>
              <a:latin typeface="Droid Sans"/>
            </a:endParaRPr>
          </a:p>
          <a:p>
            <a:pPr lvl="7" marL="3456000" indent="-216000">
              <a:spcAft>
                <a:spcPts val="283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Droid Sans"/>
              </a:rPr>
              <a:t>Eighth Outline Level</a:t>
            </a:r>
            <a:endParaRPr b="0" lang="en-US" sz="2000" spc="-1" strike="noStrike">
              <a:solidFill>
                <a:srgbClr val="ffffff"/>
              </a:solidFill>
              <a:latin typeface="Droid Sans"/>
            </a:endParaRPr>
          </a:p>
          <a:p>
            <a:pPr lvl="8" marL="3888000" indent="-216000">
              <a:spcAft>
                <a:spcPts val="283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Droid Sans"/>
              </a:rPr>
              <a:t>Ninth Outline Level</a:t>
            </a:r>
            <a:endParaRPr b="0" lang="en-US" sz="2000" spc="-1" strike="noStrike">
              <a:solidFill>
                <a:srgbClr val="ffffff"/>
              </a:solidFill>
              <a:latin typeface="Droid Sans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504000" y="688716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ffffff"/>
                </a:solidFill>
                <a:latin typeface="Droid Sans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Droid Sans"/>
              </a:rPr>
              <a:t>&lt;date/time&gt;</a:t>
            </a:r>
            <a:endParaRPr b="0" lang="en-US" sz="1400" spc="-1" strike="noStrike">
              <a:solidFill>
                <a:srgbClr val="ffffff"/>
              </a:solidFill>
              <a:latin typeface="Droid Sans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3447360" y="6887160"/>
            <a:ext cx="319500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ffffff"/>
                </a:solidFill>
                <a:latin typeface="Droid Sans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Droid Sans"/>
              </a:rPr>
              <a:t>&lt;footer&gt;</a:t>
            </a:r>
            <a:endParaRPr b="0" lang="en-US" sz="1400" spc="-1" strike="noStrike">
              <a:solidFill>
                <a:srgbClr val="ffffff"/>
              </a:solidFill>
              <a:latin typeface="Droid Sans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7227360" y="688716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ffffff"/>
                </a:solidFill>
                <a:latin typeface="Droid Sans"/>
              </a:defRPr>
            </a:lvl1pPr>
          </a:lstStyle>
          <a:p>
            <a:pPr indent="0" algn="r">
              <a:buNone/>
            </a:pPr>
            <a:fld id="{2FD30685-7A9A-4C05-B7F8-C0EBC2A09165}" type="slidenum">
              <a:rPr b="0" lang="en-US" sz="1400" spc="-1" strike="noStrike">
                <a:solidFill>
                  <a:srgbClr val="ffffff"/>
                </a:solidFill>
                <a:latin typeface="Droid Sans"/>
              </a:rPr>
              <a:t>&lt;number&gt;</a:t>
            </a:fld>
            <a:endParaRPr b="0" lang="en-US" sz="1400" spc="-1" strike="noStrike">
              <a:solidFill>
                <a:srgbClr val="ffffff"/>
              </a:solidFill>
              <a:latin typeface="Droid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3"/>
    <p:sldLayoutId id="2147483652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3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1515600" y="2014560"/>
            <a:ext cx="8229600" cy="72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noAutofit/>
          </a:bodyPr>
          <a:p>
            <a:pPr indent="0">
              <a:buNone/>
            </a:pPr>
            <a:r>
              <a:rPr b="0" lang="en-US" sz="4800" spc="-1" strike="noStrike">
                <a:solidFill>
                  <a:srgbClr val="ffffff"/>
                </a:solidFill>
                <a:latin typeface="Comfortaa"/>
              </a:rPr>
              <a:t>Presentation Title</a:t>
            </a:r>
            <a:endParaRPr b="0" lang="en-US" sz="4800" spc="-1" strike="noStrike">
              <a:solidFill>
                <a:srgbClr val="ffffff"/>
              </a:solidFill>
              <a:latin typeface="Comforta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subTitle"/>
          </p:nvPr>
        </p:nvSpPr>
        <p:spPr>
          <a:xfrm>
            <a:off x="2700000" y="2791800"/>
            <a:ext cx="7057800" cy="988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 anchorCtr="1">
            <a:noAutofit/>
          </a:bodyPr>
          <a:p>
            <a:pPr indent="0">
              <a:buNone/>
            </a:pPr>
            <a:r>
              <a:rPr b="0" lang="en-US" sz="3200" spc="-1" strike="noStrike">
                <a:solidFill>
                  <a:srgbClr val="ffffff"/>
                </a:solidFill>
                <a:latin typeface="Comfortaa"/>
              </a:rPr>
              <a:t>Subtitle</a:t>
            </a:r>
            <a:endParaRPr b="0" lang="en-US" sz="3200" spc="-1" strike="noStrike">
              <a:solidFill>
                <a:srgbClr val="ffffff"/>
              </a:solidFill>
              <a:latin typeface="Comfortaa"/>
            </a:endParaRPr>
          </a:p>
        </p:txBody>
      </p:sp>
      <p:sp>
        <p:nvSpPr>
          <p:cNvPr id="16" name=""/>
          <p:cNvSpPr txBox="1"/>
          <p:nvPr/>
        </p:nvSpPr>
        <p:spPr>
          <a:xfrm>
            <a:off x="3960000" y="4990680"/>
            <a:ext cx="5879520" cy="56448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ctr" anchorCtr="1">
            <a:noAutofit/>
          </a:bodyPr>
          <a:p>
            <a:pPr algn="r"/>
            <a:r>
              <a:rPr b="0" lang="en-US" sz="3200" spc="-1" strike="noStrike">
                <a:solidFill>
                  <a:srgbClr val="eeeff0"/>
                </a:solidFill>
                <a:latin typeface="Comfortaa"/>
              </a:rPr>
              <a:t>Presenter Name</a:t>
            </a:r>
            <a:endParaRPr b="0" lang="en-US" sz="3200" spc="-1" strike="noStrike">
              <a:solidFill>
                <a:srgbClr val="eeeff0"/>
              </a:solidFill>
              <a:latin typeface="Comfortaa"/>
            </a:endParaRPr>
          </a:p>
        </p:txBody>
      </p:sp>
      <p:sp>
        <p:nvSpPr>
          <p:cNvPr id="17" name=""/>
          <p:cNvSpPr txBox="1"/>
          <p:nvPr/>
        </p:nvSpPr>
        <p:spPr>
          <a:xfrm>
            <a:off x="4860000" y="4781160"/>
            <a:ext cx="4969440" cy="42660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noAutofit/>
          </a:bodyPr>
          <a:p>
            <a:pPr algn="r"/>
            <a:r>
              <a:rPr b="0" lang="en-US" sz="1400" spc="-1" strike="noStrike">
                <a:solidFill>
                  <a:srgbClr val="ffffff"/>
                </a:solidFill>
                <a:latin typeface="Comfortaa"/>
              </a:rPr>
              <a:t>PRESENTED BY:</a:t>
            </a:r>
            <a:endParaRPr b="0" lang="en-US" sz="1400" spc="-1" strike="noStrike">
              <a:solidFill>
                <a:srgbClr val="ffffff"/>
              </a:solidFill>
              <a:latin typeface="Comfortaa"/>
            </a:endParaRPr>
          </a:p>
        </p:txBody>
      </p:sp>
      <p:sp>
        <p:nvSpPr>
          <p:cNvPr id="18" name=""/>
          <p:cNvSpPr txBox="1"/>
          <p:nvPr/>
        </p:nvSpPr>
        <p:spPr>
          <a:xfrm>
            <a:off x="3240000" y="5410800"/>
            <a:ext cx="6599520" cy="42660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ctr" anchorCtr="1">
            <a:noAutofit/>
          </a:bodyPr>
          <a:p>
            <a:pPr algn="r"/>
            <a:r>
              <a:rPr b="0" lang="en-US" sz="1800" spc="-1" strike="noStrike">
                <a:solidFill>
                  <a:srgbClr val="ffffff"/>
                </a:solidFill>
                <a:latin typeface="Comfortaa"/>
              </a:rPr>
              <a:t>Title, Affiliation, etc.</a:t>
            </a:r>
            <a:endParaRPr b="0" lang="en-US" sz="1800" spc="-1" strike="noStrike">
              <a:solidFill>
                <a:srgbClr val="ffffff"/>
              </a:solidFill>
              <a:latin typeface="Comfortaa"/>
            </a:endParaRPr>
          </a:p>
        </p:txBody>
      </p:sp>
      <p:sp>
        <p:nvSpPr>
          <p:cNvPr id="19" name=""/>
          <p:cNvSpPr txBox="1"/>
          <p:nvPr/>
        </p:nvSpPr>
        <p:spPr>
          <a:xfrm>
            <a:off x="457200" y="6867720"/>
            <a:ext cx="9372600" cy="42660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b">
            <a:noAutofit/>
          </a:bodyPr>
          <a:p>
            <a:pPr algn="ctr"/>
            <a:r>
              <a:rPr b="0" lang="en-US" sz="1200" spc="-1" strike="noStrike">
                <a:solidFill>
                  <a:srgbClr val="ffffff"/>
                </a:solidFill>
                <a:latin typeface="Droid Sans"/>
              </a:rPr>
              <a:t>License statement goes here. Creative Commons licenses are good.</a:t>
            </a:r>
            <a:endParaRPr b="0" lang="en-US" sz="1200" spc="-1" strike="noStrike">
              <a:solidFill>
                <a:srgbClr val="ffffff"/>
              </a:solidFill>
              <a:latin typeface="Droid Sans"/>
            </a:endParaRP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540000" y="180000"/>
            <a:ext cx="9000000" cy="12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noAutofit/>
          </a:bodyPr>
          <a:p>
            <a:pPr indent="0" algn="ctr">
              <a:buNone/>
            </a:pPr>
            <a:r>
              <a:rPr b="0" lang="en-US" sz="4800" spc="-1" strike="noStrike">
                <a:solidFill>
                  <a:srgbClr val="eeeff0"/>
                </a:solidFill>
                <a:latin typeface="Comfortaa"/>
              </a:rPr>
              <a:t>Today's Topics</a:t>
            </a:r>
            <a:endParaRPr b="0" lang="en-US" sz="4800" spc="-1" strike="noStrike">
              <a:solidFill>
                <a:srgbClr val="eeeff0"/>
              </a:solidFill>
              <a:latin typeface="Comfortaa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/>
          </p:nvPr>
        </p:nvSpPr>
        <p:spPr>
          <a:xfrm>
            <a:off x="540000" y="2160000"/>
            <a:ext cx="9000000" cy="43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Aft>
                <a:spcPts val="1417"/>
              </a:spcAft>
              <a:buClr>
                <a:srgbClr val="eeeff0"/>
              </a:buClr>
              <a:buFont typeface="Droid Sans"/>
              <a:buChar char="·"/>
            </a:pPr>
            <a:r>
              <a:rPr b="0" lang="en-US" sz="3200" spc="-1" strike="noStrike">
                <a:solidFill>
                  <a:srgbClr val="eeeff0"/>
                </a:solidFill>
                <a:latin typeface="Droid Sans"/>
              </a:rPr>
              <a:t>First Topic</a:t>
            </a:r>
            <a:endParaRPr b="0" lang="en-US" sz="3200" spc="-1" strike="noStrike">
              <a:solidFill>
                <a:srgbClr val="eeeff0"/>
              </a:solidFill>
              <a:latin typeface="Droid Sans"/>
            </a:endParaRPr>
          </a:p>
          <a:p>
            <a:pPr marL="432000" indent="-324000">
              <a:spcAft>
                <a:spcPts val="1417"/>
              </a:spcAft>
              <a:buClr>
                <a:srgbClr val="eeeff0"/>
              </a:buClr>
              <a:buFont typeface="Droid Sans"/>
              <a:buChar char="·"/>
            </a:pPr>
            <a:r>
              <a:rPr b="0" lang="en-US" sz="3200" spc="-1" strike="noStrike">
                <a:solidFill>
                  <a:srgbClr val="eeeff0"/>
                </a:solidFill>
                <a:latin typeface="Droid Sans"/>
              </a:rPr>
              <a:t>Second Topic</a:t>
            </a:r>
            <a:endParaRPr b="0" lang="en-US" sz="3200" spc="-1" strike="noStrike">
              <a:solidFill>
                <a:srgbClr val="eeeff0"/>
              </a:solidFill>
              <a:latin typeface="Droid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"/>
          <p:cNvSpPr txBox="1"/>
          <p:nvPr/>
        </p:nvSpPr>
        <p:spPr>
          <a:xfrm>
            <a:off x="2726640" y="1920600"/>
            <a:ext cx="6794280" cy="206568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 anchorCtr="1">
            <a:noAutofit/>
          </a:bodyPr>
          <a:p>
            <a:pPr algn="r"/>
            <a:r>
              <a:rPr b="0" lang="en-US" sz="7200" spc="-1" strike="noStrike">
                <a:solidFill>
                  <a:srgbClr val="ffffff"/>
                </a:solidFill>
                <a:latin typeface="Comfortaa"/>
              </a:rPr>
              <a:t>First Topic</a:t>
            </a:r>
            <a:endParaRPr b="0" lang="en-US" sz="7200" spc="-1" strike="noStrike">
              <a:solidFill>
                <a:srgbClr val="ffffff"/>
              </a:solidFill>
              <a:latin typeface="Comforta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540000" y="180000"/>
            <a:ext cx="9000000" cy="12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noAutofit/>
          </a:bodyPr>
          <a:p>
            <a:pPr indent="0" algn="ctr">
              <a:buNone/>
            </a:pPr>
            <a:r>
              <a:rPr b="0" lang="en-US" sz="4800" spc="-1" strike="noStrike">
                <a:solidFill>
                  <a:srgbClr val="eeeff0"/>
                </a:solidFill>
                <a:latin typeface="Comfortaa"/>
              </a:rPr>
              <a:t>Details</a:t>
            </a:r>
            <a:endParaRPr b="0" lang="en-US" sz="4800" spc="-1" strike="noStrike">
              <a:solidFill>
                <a:srgbClr val="eeeff0"/>
              </a:solidFill>
              <a:latin typeface="Comforta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540000" y="2160000"/>
            <a:ext cx="9000000" cy="43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Aft>
                <a:spcPts val="1417"/>
              </a:spcAft>
              <a:buClr>
                <a:srgbClr val="eeeff0"/>
              </a:buClr>
              <a:buFont typeface="Droid Sans"/>
              <a:buChar char="·"/>
            </a:pPr>
            <a:r>
              <a:rPr b="0" lang="en-US" sz="3200" spc="-1" strike="noStrike">
                <a:solidFill>
                  <a:srgbClr val="eeeff0"/>
                </a:solidFill>
                <a:latin typeface="Droid Sans"/>
              </a:rPr>
              <a:t>Some detail about topic 1</a:t>
            </a:r>
            <a:endParaRPr b="0" lang="en-US" sz="3200" spc="-1" strike="noStrike">
              <a:solidFill>
                <a:srgbClr val="eeeff0"/>
              </a:solidFill>
              <a:latin typeface="Droid Sans"/>
            </a:endParaRPr>
          </a:p>
          <a:p>
            <a:pPr marL="432000" indent="-324000">
              <a:spcAft>
                <a:spcPts val="1417"/>
              </a:spcAft>
              <a:buClr>
                <a:srgbClr val="eeeff0"/>
              </a:buClr>
              <a:buFont typeface="Droid Sans"/>
              <a:buChar char="·"/>
            </a:pPr>
            <a:r>
              <a:rPr b="0" lang="en-US" sz="3200" spc="-1" strike="noStrike">
                <a:solidFill>
                  <a:srgbClr val="eeeff0"/>
                </a:solidFill>
                <a:latin typeface="Droid Sans"/>
              </a:rPr>
              <a:t>Another detail about topic 1</a:t>
            </a:r>
            <a:endParaRPr b="0" lang="en-US" sz="3200" spc="-1" strike="noStrike">
              <a:solidFill>
                <a:srgbClr val="eeeff0"/>
              </a:solidFill>
              <a:latin typeface="Droid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"/>
          <p:cNvSpPr txBox="1"/>
          <p:nvPr/>
        </p:nvSpPr>
        <p:spPr>
          <a:xfrm>
            <a:off x="2719440" y="1920600"/>
            <a:ext cx="6794280" cy="206568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 anchorCtr="1">
            <a:noAutofit/>
          </a:bodyPr>
          <a:p>
            <a:pPr algn="r"/>
            <a:r>
              <a:rPr b="0" lang="en-US" sz="7200" spc="-1" strike="noStrike">
                <a:solidFill>
                  <a:srgbClr val="ffffff"/>
                </a:solidFill>
                <a:latin typeface="Comfortaa"/>
              </a:rPr>
              <a:t>Second Topic</a:t>
            </a:r>
            <a:endParaRPr b="0" lang="en-US" sz="7200" spc="-1" strike="noStrike">
              <a:solidFill>
                <a:srgbClr val="ffffff"/>
              </a:solidFill>
              <a:latin typeface="Comforta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40000" y="180000"/>
            <a:ext cx="9000000" cy="12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noAutofit/>
          </a:bodyPr>
          <a:p>
            <a:pPr indent="0" algn="ctr">
              <a:buNone/>
            </a:pPr>
            <a:r>
              <a:rPr b="0" lang="en-US" sz="4800" spc="-1" strike="noStrike">
                <a:solidFill>
                  <a:srgbClr val="eeeff0"/>
                </a:solidFill>
                <a:latin typeface="Comfortaa"/>
              </a:rPr>
              <a:t>Details</a:t>
            </a:r>
            <a:endParaRPr b="0" lang="en-US" sz="4800" spc="-1" strike="noStrike">
              <a:solidFill>
                <a:srgbClr val="eeeff0"/>
              </a:solidFill>
              <a:latin typeface="Comfortaa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540000" y="2160000"/>
            <a:ext cx="9000000" cy="43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Aft>
                <a:spcPts val="1417"/>
              </a:spcAft>
              <a:buClr>
                <a:srgbClr val="eeeff0"/>
              </a:buClr>
              <a:buFont typeface="Droid Sans"/>
              <a:buChar char="·"/>
            </a:pPr>
            <a:r>
              <a:rPr b="0" lang="en-US" sz="3200" spc="-1" strike="noStrike">
                <a:solidFill>
                  <a:srgbClr val="eeeff0"/>
                </a:solidFill>
                <a:latin typeface="Droid Sans"/>
              </a:rPr>
              <a:t>Interesting point about topic 2</a:t>
            </a:r>
            <a:endParaRPr b="0" lang="en-US" sz="3200" spc="-1" strike="noStrike">
              <a:solidFill>
                <a:srgbClr val="eeeff0"/>
              </a:solidFill>
              <a:latin typeface="Droid Sans"/>
            </a:endParaRPr>
          </a:p>
          <a:p>
            <a:pPr marL="432000" indent="-324000">
              <a:spcAft>
                <a:spcPts val="1417"/>
              </a:spcAft>
              <a:buClr>
                <a:srgbClr val="eeeff0"/>
              </a:buClr>
              <a:buFont typeface="Droid Sans"/>
              <a:buChar char="·"/>
            </a:pPr>
            <a:r>
              <a:rPr b="0" lang="en-US" sz="3200" spc="-1" strike="noStrike">
                <a:solidFill>
                  <a:srgbClr val="eeeff0"/>
                </a:solidFill>
                <a:latin typeface="Droid Sans"/>
              </a:rPr>
              <a:t>Another interesting point about topic 2</a:t>
            </a:r>
            <a:endParaRPr b="0" lang="en-US" sz="3200" spc="-1" strike="noStrike">
              <a:solidFill>
                <a:srgbClr val="eeeff0"/>
              </a:solidFill>
              <a:latin typeface="Droid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540000" y="180000"/>
            <a:ext cx="9000000" cy="12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noAutofit/>
          </a:bodyPr>
          <a:p>
            <a:pPr indent="0" algn="ctr">
              <a:buNone/>
            </a:pPr>
            <a:r>
              <a:rPr b="0" lang="en-US" sz="4800" spc="-1" strike="noStrike">
                <a:solidFill>
                  <a:srgbClr val="eeeff0"/>
                </a:solidFill>
                <a:latin typeface="Comfortaa"/>
              </a:rPr>
              <a:t>Summary</a:t>
            </a:r>
            <a:endParaRPr b="0" lang="en-US" sz="4800" spc="-1" strike="noStrike">
              <a:solidFill>
                <a:srgbClr val="eeeff0"/>
              </a:solidFill>
              <a:latin typeface="Comfortaa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540000" y="2160000"/>
            <a:ext cx="9000000" cy="43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Aft>
                <a:spcPts val="1417"/>
              </a:spcAft>
              <a:buClr>
                <a:srgbClr val="eeeff0"/>
              </a:buClr>
              <a:buFont typeface="Droid Sans"/>
              <a:buChar char="·"/>
            </a:pPr>
            <a:r>
              <a:rPr b="0" lang="en-US" sz="3200" spc="-1" strike="noStrike">
                <a:solidFill>
                  <a:srgbClr val="eeeff0"/>
                </a:solidFill>
                <a:latin typeface="Droid Sans"/>
              </a:rPr>
              <a:t>Quick point to summarize topic 1</a:t>
            </a:r>
            <a:endParaRPr b="0" lang="en-US" sz="3200" spc="-1" strike="noStrike">
              <a:solidFill>
                <a:srgbClr val="eeeff0"/>
              </a:solidFill>
              <a:latin typeface="Droid Sans"/>
            </a:endParaRPr>
          </a:p>
          <a:p>
            <a:pPr marL="432000" indent="-324000">
              <a:spcAft>
                <a:spcPts val="1417"/>
              </a:spcAft>
              <a:buClr>
                <a:srgbClr val="eeeff0"/>
              </a:buClr>
              <a:buFont typeface="Droid Sans"/>
              <a:buChar char="·"/>
            </a:pPr>
            <a:r>
              <a:rPr b="0" lang="en-US" sz="3200" spc="-1" strike="noStrike">
                <a:solidFill>
                  <a:srgbClr val="eeeff0"/>
                </a:solidFill>
                <a:latin typeface="Droid Sans"/>
              </a:rPr>
              <a:t>Quick point to summarize topic 2</a:t>
            </a:r>
            <a:endParaRPr b="0" lang="en-US" sz="3200" spc="-1" strike="noStrike">
              <a:solidFill>
                <a:srgbClr val="eeeff0"/>
              </a:solidFill>
              <a:latin typeface="Droid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137160" y="2018160"/>
            <a:ext cx="9601200" cy="709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noAutofit/>
          </a:bodyPr>
          <a:p>
            <a:pPr indent="0" algn="r">
              <a:buNone/>
            </a:pPr>
            <a:r>
              <a:rPr b="0" lang="en-US" sz="4800" spc="-1" strike="noStrike">
                <a:solidFill>
                  <a:srgbClr val="ffffff"/>
                </a:solidFill>
                <a:latin typeface="Comfortaa"/>
              </a:rPr>
              <a:t>Questions?</a:t>
            </a:r>
            <a:endParaRPr b="0" lang="en-US" sz="4800" spc="-1" strike="noStrike">
              <a:solidFill>
                <a:srgbClr val="ffffff"/>
              </a:solidFill>
              <a:latin typeface="Comfortaa"/>
            </a:endParaRPr>
          </a:p>
        </p:txBody>
      </p:sp>
      <p:sp>
        <p:nvSpPr>
          <p:cNvPr id="31" name=""/>
          <p:cNvSpPr txBox="1"/>
          <p:nvPr/>
        </p:nvSpPr>
        <p:spPr>
          <a:xfrm>
            <a:off x="489240" y="5364000"/>
            <a:ext cx="9360000" cy="44532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noAutofit/>
          </a:bodyPr>
          <a:p>
            <a:pPr algn="r"/>
            <a:r>
              <a:rPr b="0" lang="en-US" sz="2400" spc="-1" strike="noStrike">
                <a:solidFill>
                  <a:srgbClr val="ffffff"/>
                </a:solidFill>
                <a:latin typeface="Comfortaa"/>
              </a:rPr>
              <a:t>example@fedoraproject.org</a:t>
            </a:r>
            <a:endParaRPr b="0" lang="en-US" sz="2400" spc="-1" strike="noStrike">
              <a:solidFill>
                <a:srgbClr val="ffffff"/>
              </a:solidFill>
              <a:latin typeface="Comfortaa"/>
            </a:endParaRPr>
          </a:p>
        </p:txBody>
      </p:sp>
      <p:sp>
        <p:nvSpPr>
          <p:cNvPr id="32" name=""/>
          <p:cNvSpPr txBox="1"/>
          <p:nvPr/>
        </p:nvSpPr>
        <p:spPr>
          <a:xfrm>
            <a:off x="469800" y="5210280"/>
            <a:ext cx="936000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noAutofit/>
          </a:bodyPr>
          <a:p>
            <a:pPr algn="r"/>
            <a:r>
              <a:rPr b="0" lang="en-US" sz="1400" spc="-1" strike="noStrike">
                <a:solidFill>
                  <a:srgbClr val="ffffff"/>
                </a:solidFill>
                <a:latin typeface="Comfortaa"/>
              </a:rPr>
              <a:t>CONTACT:</a:t>
            </a:r>
            <a:endParaRPr b="0" lang="en-US" sz="1400" spc="-1" strike="noStrike">
              <a:solidFill>
                <a:srgbClr val="ffffff"/>
              </a:solidFill>
              <a:latin typeface="Comfortaa"/>
            </a:endParaRPr>
          </a:p>
        </p:txBody>
      </p:sp>
      <p:sp>
        <p:nvSpPr>
          <p:cNvPr id="33" name=""/>
          <p:cNvSpPr txBox="1"/>
          <p:nvPr/>
        </p:nvSpPr>
        <p:spPr>
          <a:xfrm>
            <a:off x="457560" y="6868080"/>
            <a:ext cx="9372600" cy="42660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b">
            <a:noAutofit/>
          </a:bodyPr>
          <a:p>
            <a:pPr algn="ctr"/>
            <a:r>
              <a:rPr b="0" lang="en-US" sz="1200" spc="-1" strike="noStrike">
                <a:solidFill>
                  <a:srgbClr val="ffffff"/>
                </a:solidFill>
                <a:latin typeface="Droid Sans"/>
              </a:rPr>
              <a:t>License statement goes here. Creative Commons licenses are good.</a:t>
            </a:r>
            <a:endParaRPr b="0" lang="en-US" sz="1200" spc="-1" strike="noStrike">
              <a:solidFill>
                <a:srgbClr val="ffffff"/>
              </a:solidFill>
              <a:latin typeface="Droid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2026-10-19T16:21:30Z</dcterms:created>
  <dc:creator/>
  <dc:description>Based on "Slideshow template for OpenOffice.org Impress" by Marc Stewart (http://img.obfuscatepenguin.net/fedora/slideshow-template/). License: CC-BY</dc:description>
  <dc:language>en-US</dc:language>
  <cp:lastModifiedBy/>
  <cp:revision>1</cp:revision>
  <dc:subject/>
  <dc:title/>
</cp:coreProperties>
</file>