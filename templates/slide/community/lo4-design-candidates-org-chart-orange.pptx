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OrgChart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2B824A-591A-465A-826B-DD58BE5C04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caf3e"/>
            </a:gs>
            <a:gs pos="1087">
              <a:srgbClr val="fcaf3e"/>
            </a:gs>
            <a:gs pos="1087">
              <a:srgbClr val="fbae3d"/>
            </a:gs>
            <a:gs pos="2174">
              <a:srgbClr val="fbae3d"/>
            </a:gs>
            <a:gs pos="2174">
              <a:srgbClr val="fbad3d"/>
            </a:gs>
            <a:gs pos="3261">
              <a:srgbClr val="fbad3d"/>
            </a:gs>
            <a:gs pos="3261">
              <a:srgbClr val="faac3c"/>
            </a:gs>
            <a:gs pos="4348">
              <a:srgbClr val="faac3c"/>
            </a:gs>
            <a:gs pos="4348">
              <a:srgbClr val="faab3b"/>
            </a:gs>
            <a:gs pos="5435">
              <a:srgbClr val="faab3b"/>
            </a:gs>
            <a:gs pos="5435">
              <a:srgbClr val="f9aa3b"/>
            </a:gs>
            <a:gs pos="6522">
              <a:srgbClr val="f9aa3b"/>
            </a:gs>
            <a:gs pos="6522">
              <a:srgbClr val="f9aa3a"/>
            </a:gs>
            <a:gs pos="7609">
              <a:srgbClr val="f9aa3a"/>
            </a:gs>
            <a:gs pos="7609">
              <a:srgbClr val="f8a939"/>
            </a:gs>
            <a:gs pos="8696">
              <a:srgbClr val="f8a939"/>
            </a:gs>
            <a:gs pos="8696">
              <a:srgbClr val="f8a839"/>
            </a:gs>
            <a:gs pos="9783">
              <a:srgbClr val="f8a839"/>
            </a:gs>
            <a:gs pos="9783">
              <a:srgbClr val="f7a738"/>
            </a:gs>
            <a:gs pos="10870">
              <a:srgbClr val="f7a738"/>
            </a:gs>
            <a:gs pos="10870">
              <a:srgbClr val="f7a637"/>
            </a:gs>
            <a:gs pos="11957">
              <a:srgbClr val="f7a637"/>
            </a:gs>
            <a:gs pos="11957">
              <a:srgbClr val="f6a537"/>
            </a:gs>
            <a:gs pos="13043">
              <a:srgbClr val="f6a537"/>
            </a:gs>
            <a:gs pos="13043">
              <a:srgbClr val="f6a436"/>
            </a:gs>
            <a:gs pos="14130">
              <a:srgbClr val="f6a436"/>
            </a:gs>
            <a:gs pos="14130">
              <a:srgbClr val="f5a335"/>
            </a:gs>
            <a:gs pos="15217">
              <a:srgbClr val="f5a335"/>
            </a:gs>
            <a:gs pos="15217">
              <a:srgbClr val="f5a234"/>
            </a:gs>
            <a:gs pos="16304">
              <a:srgbClr val="f5a234"/>
            </a:gs>
            <a:gs pos="16304">
              <a:srgbClr val="f4a134"/>
            </a:gs>
            <a:gs pos="17391">
              <a:srgbClr val="f4a134"/>
            </a:gs>
            <a:gs pos="17391">
              <a:srgbClr val="f4a033"/>
            </a:gs>
            <a:gs pos="18478">
              <a:srgbClr val="f4a033"/>
            </a:gs>
            <a:gs pos="18478">
              <a:srgbClr val="f39f32"/>
            </a:gs>
            <a:gs pos="19565">
              <a:srgbClr val="f39f32"/>
            </a:gs>
            <a:gs pos="19565">
              <a:srgbClr val="f39f32"/>
            </a:gs>
            <a:gs pos="20652">
              <a:srgbClr val="f39f32"/>
            </a:gs>
            <a:gs pos="20652">
              <a:srgbClr val="f29e31"/>
            </a:gs>
            <a:gs pos="21739">
              <a:srgbClr val="f29e31"/>
            </a:gs>
            <a:gs pos="21739">
              <a:srgbClr val="f29d30"/>
            </a:gs>
            <a:gs pos="22826">
              <a:srgbClr val="f29d30"/>
            </a:gs>
            <a:gs pos="22826">
              <a:srgbClr val="f19c30"/>
            </a:gs>
            <a:gs pos="23913">
              <a:srgbClr val="f19c30"/>
            </a:gs>
            <a:gs pos="23913">
              <a:srgbClr val="f19b2f"/>
            </a:gs>
            <a:gs pos="25000">
              <a:srgbClr val="f19b2f"/>
            </a:gs>
            <a:gs pos="25000">
              <a:srgbClr val="f09a2e"/>
            </a:gs>
            <a:gs pos="26087">
              <a:srgbClr val="f09a2e"/>
            </a:gs>
            <a:gs pos="26087">
              <a:srgbClr val="f0992e"/>
            </a:gs>
            <a:gs pos="27174">
              <a:srgbClr val="f0992e"/>
            </a:gs>
            <a:gs pos="27174">
              <a:srgbClr val="ef982d"/>
            </a:gs>
            <a:gs pos="28261">
              <a:srgbClr val="ef982d"/>
            </a:gs>
            <a:gs pos="28261">
              <a:srgbClr val="ef972c"/>
            </a:gs>
            <a:gs pos="29348">
              <a:srgbClr val="ef972c"/>
            </a:gs>
            <a:gs pos="29348">
              <a:srgbClr val="ee962c"/>
            </a:gs>
            <a:gs pos="30435">
              <a:srgbClr val="ee962c"/>
            </a:gs>
            <a:gs pos="30435">
              <a:srgbClr val="ee952b"/>
            </a:gs>
            <a:gs pos="31522">
              <a:srgbClr val="ee952b"/>
            </a:gs>
            <a:gs pos="31522">
              <a:srgbClr val="ed952a"/>
            </a:gs>
            <a:gs pos="32609">
              <a:srgbClr val="ed952a"/>
            </a:gs>
            <a:gs pos="32609">
              <a:srgbClr val="ed942a"/>
            </a:gs>
            <a:gs pos="33696">
              <a:srgbClr val="ed942a"/>
            </a:gs>
            <a:gs pos="33696">
              <a:srgbClr val="ec9329"/>
            </a:gs>
            <a:gs pos="34783">
              <a:srgbClr val="ec9329"/>
            </a:gs>
            <a:gs pos="34783">
              <a:srgbClr val="ec9228"/>
            </a:gs>
            <a:gs pos="35870">
              <a:srgbClr val="ec9228"/>
            </a:gs>
            <a:gs pos="35870">
              <a:srgbClr val="eb9128"/>
            </a:gs>
            <a:gs pos="36957">
              <a:srgbClr val="eb9128"/>
            </a:gs>
            <a:gs pos="36957">
              <a:srgbClr val="eb9027"/>
            </a:gs>
            <a:gs pos="38043">
              <a:srgbClr val="eb9027"/>
            </a:gs>
            <a:gs pos="38043">
              <a:srgbClr val="ea8f26"/>
            </a:gs>
            <a:gs pos="39130">
              <a:srgbClr val="ea8f26"/>
            </a:gs>
            <a:gs pos="39130">
              <a:srgbClr val="ea8e25"/>
            </a:gs>
            <a:gs pos="40217">
              <a:srgbClr val="ea8e25"/>
            </a:gs>
            <a:gs pos="40217">
              <a:srgbClr val="e98d25"/>
            </a:gs>
            <a:gs pos="41304">
              <a:srgbClr val="e98d25"/>
            </a:gs>
            <a:gs pos="41304">
              <a:srgbClr val="e98c24"/>
            </a:gs>
            <a:gs pos="42391">
              <a:srgbClr val="e98c24"/>
            </a:gs>
            <a:gs pos="42391">
              <a:srgbClr val="e88b23"/>
            </a:gs>
            <a:gs pos="43478">
              <a:srgbClr val="e88b23"/>
            </a:gs>
            <a:gs pos="43478">
              <a:srgbClr val="e88b23"/>
            </a:gs>
            <a:gs pos="44565">
              <a:srgbClr val="e88b23"/>
            </a:gs>
            <a:gs pos="44565">
              <a:srgbClr val="e78a22"/>
            </a:gs>
            <a:gs pos="45652">
              <a:srgbClr val="e78a22"/>
            </a:gs>
            <a:gs pos="45652">
              <a:srgbClr val="e78921"/>
            </a:gs>
            <a:gs pos="46739">
              <a:srgbClr val="e78921"/>
            </a:gs>
            <a:gs pos="46739">
              <a:srgbClr val="e68821"/>
            </a:gs>
            <a:gs pos="47826">
              <a:srgbClr val="e68821"/>
            </a:gs>
            <a:gs pos="47826">
              <a:srgbClr val="e68720"/>
            </a:gs>
            <a:gs pos="48913">
              <a:srgbClr val="e68720"/>
            </a:gs>
            <a:gs pos="48913">
              <a:srgbClr val="e5861f"/>
            </a:gs>
            <a:gs pos="50000">
              <a:srgbClr val="e5861f"/>
            </a:gs>
            <a:gs pos="50000">
              <a:srgbClr val="e5851f"/>
            </a:gs>
            <a:gs pos="51087">
              <a:srgbClr val="e5851f"/>
            </a:gs>
            <a:gs pos="51087">
              <a:srgbClr val="e4841e"/>
            </a:gs>
            <a:gs pos="52174">
              <a:srgbClr val="e4841e"/>
            </a:gs>
            <a:gs pos="52174">
              <a:srgbClr val="e4831d"/>
            </a:gs>
            <a:gs pos="53261">
              <a:srgbClr val="e4831d"/>
            </a:gs>
            <a:gs pos="53261">
              <a:srgbClr val="e3821d"/>
            </a:gs>
            <a:gs pos="54348">
              <a:srgbClr val="e3821d"/>
            </a:gs>
            <a:gs pos="54348">
              <a:srgbClr val="e3811c"/>
            </a:gs>
            <a:gs pos="55435">
              <a:srgbClr val="e3811c"/>
            </a:gs>
            <a:gs pos="55435">
              <a:srgbClr val="e2801b"/>
            </a:gs>
            <a:gs pos="56522">
              <a:srgbClr val="e2801b"/>
            </a:gs>
            <a:gs pos="56522">
              <a:srgbClr val="e2801b"/>
            </a:gs>
            <a:gs pos="57609">
              <a:srgbClr val="e2801b"/>
            </a:gs>
            <a:gs pos="57609">
              <a:srgbClr val="e17f1a"/>
            </a:gs>
            <a:gs pos="58696">
              <a:srgbClr val="e17f1a"/>
            </a:gs>
            <a:gs pos="58696">
              <a:srgbClr val="e17e19"/>
            </a:gs>
            <a:gs pos="59783">
              <a:srgbClr val="e17e19"/>
            </a:gs>
            <a:gs pos="59783">
              <a:srgbClr val="e07d19"/>
            </a:gs>
            <a:gs pos="60870">
              <a:srgbClr val="e07d19"/>
            </a:gs>
            <a:gs pos="60870">
              <a:srgbClr val="e07c18"/>
            </a:gs>
            <a:gs pos="61957">
              <a:srgbClr val="e07c18"/>
            </a:gs>
            <a:gs pos="61957">
              <a:srgbClr val="df7b17"/>
            </a:gs>
            <a:gs pos="63043">
              <a:srgbClr val="df7b17"/>
            </a:gs>
            <a:gs pos="63043">
              <a:srgbClr val="df7a16"/>
            </a:gs>
            <a:gs pos="64130">
              <a:srgbClr val="df7a16"/>
            </a:gs>
            <a:gs pos="64130">
              <a:srgbClr val="de7916"/>
            </a:gs>
            <a:gs pos="65217">
              <a:srgbClr val="de7916"/>
            </a:gs>
            <a:gs pos="65217">
              <a:srgbClr val="de7815"/>
            </a:gs>
            <a:gs pos="66304">
              <a:srgbClr val="de7815"/>
            </a:gs>
            <a:gs pos="66304">
              <a:srgbClr val="dd7714"/>
            </a:gs>
            <a:gs pos="67391">
              <a:srgbClr val="dd7714"/>
            </a:gs>
            <a:gs pos="67391">
              <a:srgbClr val="dd7614"/>
            </a:gs>
            <a:gs pos="68478">
              <a:srgbClr val="dd7614"/>
            </a:gs>
            <a:gs pos="68478">
              <a:srgbClr val="dc7613"/>
            </a:gs>
            <a:gs pos="69565">
              <a:srgbClr val="dc7613"/>
            </a:gs>
            <a:gs pos="69565">
              <a:srgbClr val="dc7512"/>
            </a:gs>
            <a:gs pos="70652">
              <a:srgbClr val="dc7512"/>
            </a:gs>
            <a:gs pos="70652">
              <a:srgbClr val="db7412"/>
            </a:gs>
            <a:gs pos="71739">
              <a:srgbClr val="db7412"/>
            </a:gs>
            <a:gs pos="71739">
              <a:srgbClr val="db7311"/>
            </a:gs>
            <a:gs pos="72826">
              <a:srgbClr val="db7311"/>
            </a:gs>
            <a:gs pos="72826">
              <a:srgbClr val="da7210"/>
            </a:gs>
            <a:gs pos="73913">
              <a:srgbClr val="da7210"/>
            </a:gs>
            <a:gs pos="73913">
              <a:srgbClr val="da7110"/>
            </a:gs>
            <a:gs pos="75000">
              <a:srgbClr val="da7110"/>
            </a:gs>
            <a:gs pos="75000">
              <a:srgbClr val="d9700f"/>
            </a:gs>
            <a:gs pos="76087">
              <a:srgbClr val="d9700f"/>
            </a:gs>
            <a:gs pos="76087">
              <a:srgbClr val="d96f0e"/>
            </a:gs>
            <a:gs pos="77174">
              <a:srgbClr val="d96f0e"/>
            </a:gs>
            <a:gs pos="77174">
              <a:srgbClr val="d86e0e"/>
            </a:gs>
            <a:gs pos="78261">
              <a:srgbClr val="d86e0e"/>
            </a:gs>
            <a:gs pos="78261">
              <a:srgbClr val="d86d0d"/>
            </a:gs>
            <a:gs pos="79348">
              <a:srgbClr val="d86d0d"/>
            </a:gs>
            <a:gs pos="79348">
              <a:srgbClr val="d76c0c"/>
            </a:gs>
            <a:gs pos="80435">
              <a:srgbClr val="d76c0c"/>
            </a:gs>
            <a:gs pos="80435">
              <a:srgbClr val="d76c0c"/>
            </a:gs>
            <a:gs pos="81522">
              <a:srgbClr val="d76c0c"/>
            </a:gs>
            <a:gs pos="81522">
              <a:srgbClr val="d66b0b"/>
            </a:gs>
            <a:gs pos="82609">
              <a:srgbClr val="d66b0b"/>
            </a:gs>
            <a:gs pos="82609">
              <a:srgbClr val="d66a0a"/>
            </a:gs>
            <a:gs pos="83696">
              <a:srgbClr val="d66a0a"/>
            </a:gs>
            <a:gs pos="83696">
              <a:srgbClr val="d5690a"/>
            </a:gs>
            <a:gs pos="84783">
              <a:srgbClr val="d5690a"/>
            </a:gs>
            <a:gs pos="84783">
              <a:srgbClr val="d56809"/>
            </a:gs>
            <a:gs pos="85870">
              <a:srgbClr val="d56809"/>
            </a:gs>
            <a:gs pos="85870">
              <a:srgbClr val="d46708"/>
            </a:gs>
            <a:gs pos="86957">
              <a:srgbClr val="d46708"/>
            </a:gs>
            <a:gs pos="86957">
              <a:srgbClr val="d46607"/>
            </a:gs>
            <a:gs pos="88043">
              <a:srgbClr val="d46607"/>
            </a:gs>
            <a:gs pos="88043">
              <a:srgbClr val="d36507"/>
            </a:gs>
            <a:gs pos="89130">
              <a:srgbClr val="d36507"/>
            </a:gs>
            <a:gs pos="89130">
              <a:srgbClr val="d36406"/>
            </a:gs>
            <a:gs pos="90217">
              <a:srgbClr val="d36406"/>
            </a:gs>
            <a:gs pos="90217">
              <a:srgbClr val="d26305"/>
            </a:gs>
            <a:gs pos="91304">
              <a:srgbClr val="d26305"/>
            </a:gs>
            <a:gs pos="91304">
              <a:srgbClr val="d26205"/>
            </a:gs>
            <a:gs pos="92391">
              <a:srgbClr val="d26205"/>
            </a:gs>
            <a:gs pos="92391">
              <a:srgbClr val="d16104"/>
            </a:gs>
            <a:gs pos="93478">
              <a:srgbClr val="d16104"/>
            </a:gs>
            <a:gs pos="93478">
              <a:srgbClr val="d16103"/>
            </a:gs>
            <a:gs pos="94565">
              <a:srgbClr val="d16103"/>
            </a:gs>
            <a:gs pos="94565">
              <a:srgbClr val="d06003"/>
            </a:gs>
            <a:gs pos="95652">
              <a:srgbClr val="d06003"/>
            </a:gs>
            <a:gs pos="95652">
              <a:srgbClr val="d05f02"/>
            </a:gs>
            <a:gs pos="96739">
              <a:srgbClr val="d05f02"/>
            </a:gs>
            <a:gs pos="96739">
              <a:srgbClr val="cf5e01"/>
            </a:gs>
            <a:gs pos="97826">
              <a:srgbClr val="cf5e01"/>
            </a:gs>
            <a:gs pos="97826">
              <a:srgbClr val="cf5d01"/>
            </a:gs>
            <a:gs pos="98913">
              <a:srgbClr val="cf5d01"/>
            </a:gs>
            <a:gs pos="98913">
              <a:srgbClr val="ce5c00"/>
            </a:gs>
            <a:gs pos="100000">
              <a:srgbClr val="ce5c00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42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D680D62-5DA3-4601-98E7-0838E8820DA2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3850920" y="156240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7" name=""/>
          <p:cNvSpPr/>
          <p:nvPr/>
        </p:nvSpPr>
        <p:spPr>
          <a:xfrm>
            <a:off x="3849840" y="264168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"/>
          <p:cNvSpPr/>
          <p:nvPr/>
        </p:nvSpPr>
        <p:spPr>
          <a:xfrm>
            <a:off x="3706560" y="383040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9" name=""/>
          <p:cNvSpPr/>
          <p:nvPr/>
        </p:nvSpPr>
        <p:spPr>
          <a:xfrm>
            <a:off x="5110560" y="383076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10" name=""/>
          <p:cNvCxnSpPr>
            <a:stCxn id="7" idx="2"/>
            <a:endCxn id="8" idx="0"/>
          </p:cNvCxnSpPr>
          <p:nvPr/>
        </p:nvCxnSpPr>
        <p:spPr>
          <a:xfrm rot="5400000">
            <a:off x="4319640" y="3134880"/>
            <a:ext cx="667800" cy="724320"/>
          </a:xfrm>
          <a:prstGeom prst="bentConnector3">
            <a:avLst>
              <a:gd name="adj1" fmla="val 50053"/>
            </a:avLst>
          </a:prstGeom>
          <a:ln w="0">
            <a:solidFill>
              <a:srgbClr val="333333"/>
            </a:solidFill>
          </a:ln>
        </p:spPr>
      </p:cxnSp>
      <p:cxnSp>
        <p:nvCxnSpPr>
          <p:cNvPr id="11" name=""/>
          <p:cNvCxnSpPr>
            <a:stCxn id="9" idx="0"/>
            <a:endCxn id="7" idx="-1"/>
          </p:cNvCxnSpPr>
          <p:nvPr/>
        </p:nvCxnSpPr>
        <p:spPr>
          <a:xfrm flipV="1" rot="16200000">
            <a:off x="5021640" y="3156480"/>
            <a:ext cx="668160" cy="680400"/>
          </a:xfrm>
          <a:prstGeom prst="bentConnector3">
            <a:avLst>
              <a:gd name="adj1" fmla="val 49973"/>
            </a:avLst>
          </a:prstGeom>
          <a:ln w="0">
            <a:solidFill>
              <a:srgbClr val="333333"/>
            </a:solidFill>
          </a:ln>
        </p:spPr>
      </p:cxnSp>
      <p:sp>
        <p:nvSpPr>
          <p:cNvPr id="12" name=""/>
          <p:cNvSpPr/>
          <p:nvPr/>
        </p:nvSpPr>
        <p:spPr>
          <a:xfrm>
            <a:off x="6657840" y="264204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3" name=""/>
          <p:cNvSpPr/>
          <p:nvPr/>
        </p:nvSpPr>
        <p:spPr>
          <a:xfrm>
            <a:off x="6550560" y="383076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4" name=""/>
          <p:cNvSpPr/>
          <p:nvPr/>
        </p:nvSpPr>
        <p:spPr>
          <a:xfrm>
            <a:off x="7954560" y="383076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15" name=""/>
          <p:cNvCxnSpPr>
            <a:stCxn id="12" idx="2"/>
            <a:endCxn id="13" idx="0"/>
          </p:cNvCxnSpPr>
          <p:nvPr/>
        </p:nvCxnSpPr>
        <p:spPr>
          <a:xfrm rot="5400000">
            <a:off x="7145640" y="3153240"/>
            <a:ext cx="667800" cy="688320"/>
          </a:xfrm>
          <a:prstGeom prst="bentConnector3">
            <a:avLst>
              <a:gd name="adj1" fmla="val 50053"/>
            </a:avLst>
          </a:prstGeom>
          <a:ln w="0">
            <a:solidFill>
              <a:srgbClr val="333333"/>
            </a:solidFill>
          </a:ln>
        </p:spPr>
      </p:cxnSp>
      <p:cxnSp>
        <p:nvCxnSpPr>
          <p:cNvPr id="16" name=""/>
          <p:cNvCxnSpPr>
            <a:stCxn id="14" idx="0"/>
            <a:endCxn id="12" idx="-1"/>
          </p:cNvCxnSpPr>
          <p:nvPr/>
        </p:nvCxnSpPr>
        <p:spPr>
          <a:xfrm flipV="1" rot="16200000">
            <a:off x="7847640" y="3138840"/>
            <a:ext cx="667800" cy="716400"/>
          </a:xfrm>
          <a:prstGeom prst="bentConnector3">
            <a:avLst>
              <a:gd name="adj1" fmla="val 49946"/>
            </a:avLst>
          </a:prstGeom>
          <a:ln w="0">
            <a:solidFill>
              <a:srgbClr val="333333"/>
            </a:solidFill>
          </a:ln>
        </p:spPr>
      </p:cxnSp>
      <p:sp>
        <p:nvSpPr>
          <p:cNvPr id="17" name=""/>
          <p:cNvSpPr/>
          <p:nvPr/>
        </p:nvSpPr>
        <p:spPr>
          <a:xfrm>
            <a:off x="933840" y="264240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8" name=""/>
          <p:cNvSpPr/>
          <p:nvPr/>
        </p:nvSpPr>
        <p:spPr>
          <a:xfrm>
            <a:off x="826560" y="383076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9" name=""/>
          <p:cNvSpPr/>
          <p:nvPr/>
        </p:nvSpPr>
        <p:spPr>
          <a:xfrm>
            <a:off x="2230560" y="383112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20" name=""/>
          <p:cNvCxnSpPr>
            <a:stCxn id="17" idx="2"/>
            <a:endCxn id="18" idx="0"/>
          </p:cNvCxnSpPr>
          <p:nvPr/>
        </p:nvCxnSpPr>
        <p:spPr>
          <a:xfrm rot="5400000">
            <a:off x="1421640" y="3153240"/>
            <a:ext cx="667440" cy="688320"/>
          </a:xfrm>
          <a:prstGeom prst="bentConnector3">
            <a:avLst>
              <a:gd name="adj1" fmla="val 50026"/>
            </a:avLst>
          </a:prstGeom>
          <a:ln w="0">
            <a:solidFill>
              <a:srgbClr val="333333"/>
            </a:solidFill>
          </a:ln>
        </p:spPr>
      </p:cxnSp>
      <p:cxnSp>
        <p:nvCxnSpPr>
          <p:cNvPr id="21" name=""/>
          <p:cNvCxnSpPr>
            <a:stCxn id="19" idx="0"/>
            <a:endCxn id="17" idx="-1"/>
          </p:cNvCxnSpPr>
          <p:nvPr/>
        </p:nvCxnSpPr>
        <p:spPr>
          <a:xfrm flipV="1" rot="16200000">
            <a:off x="2123640" y="3139200"/>
            <a:ext cx="667800" cy="716400"/>
          </a:xfrm>
          <a:prstGeom prst="bentConnector3">
            <a:avLst>
              <a:gd name="adj1" fmla="val 49946"/>
            </a:avLst>
          </a:prstGeom>
          <a:ln w="0">
            <a:solidFill>
              <a:srgbClr val="333333"/>
            </a:solidFill>
          </a:ln>
        </p:spPr>
      </p:cxn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cxnSp>
        <p:nvCxnSpPr>
          <p:cNvPr id="23" name=""/>
          <p:cNvCxnSpPr>
            <a:stCxn id="6" idx="2"/>
            <a:endCxn id="17" idx="0"/>
          </p:cNvCxnSpPr>
          <p:nvPr/>
        </p:nvCxnSpPr>
        <p:spPr>
          <a:xfrm rot="5400000">
            <a:off x="3278520" y="904680"/>
            <a:ext cx="559080" cy="2917440"/>
          </a:xfrm>
          <a:prstGeom prst="bentConnector3">
            <a:avLst>
              <a:gd name="adj1" fmla="val 50064"/>
            </a:avLst>
          </a:prstGeom>
          <a:ln w="0">
            <a:solidFill>
              <a:srgbClr val="333333"/>
            </a:solidFill>
          </a:ln>
        </p:spPr>
      </p:cxnSp>
      <p:cxnSp>
        <p:nvCxnSpPr>
          <p:cNvPr id="24" name=""/>
          <p:cNvCxnSpPr>
            <a:stCxn id="12" idx="0"/>
            <a:endCxn id="6" idx="2"/>
          </p:cNvCxnSpPr>
          <p:nvPr/>
        </p:nvCxnSpPr>
        <p:spPr>
          <a:xfrm flipV="1" rot="16200000">
            <a:off x="6140880" y="959040"/>
            <a:ext cx="558720" cy="2807280"/>
          </a:xfrm>
          <a:prstGeom prst="bentConnector3">
            <a:avLst>
              <a:gd name="adj1" fmla="val 49967"/>
            </a:avLst>
          </a:prstGeom>
          <a:ln w="0">
            <a:solidFill>
              <a:srgbClr val="333333"/>
            </a:solidFill>
          </a:ln>
        </p:spPr>
      </p:cxnSp>
      <p:cxnSp>
        <p:nvCxnSpPr>
          <p:cNvPr id="25" name=""/>
          <p:cNvCxnSpPr>
            <a:stCxn id="6" idx="2"/>
            <a:endCxn id="7" idx="0"/>
          </p:cNvCxnSpPr>
          <p:nvPr/>
        </p:nvCxnSpPr>
        <p:spPr>
          <a:xfrm rot="5400000">
            <a:off x="4736880" y="2362320"/>
            <a:ext cx="558360" cy="1440"/>
          </a:xfrm>
          <a:prstGeom prst="bentConnector3">
            <a:avLst>
              <a:gd name="adj1" fmla="val 50064"/>
            </a:avLst>
          </a:prstGeom>
          <a:ln w="0">
            <a:solidFill>
              <a:srgbClr val="333333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2026-10-19T16:21:50Z</dcterms:created>
  <dc:creator/>
  <dc:description/>
  <dc:language>en-US</dc:language>
  <cp:lastModifiedBy/>
  <cp:revision>1</cp:revision>
  <dc:subject/>
  <dc:title/>
</cp:coreProperties>
</file>