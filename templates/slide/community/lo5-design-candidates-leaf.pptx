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仮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BD2FA-7B57-4E3C-8421-4314833ACF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仮lea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088743-3F7C-43E1-9658-8EE74F7D1E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rcRect l="0" t="6734" r="0" b="0"/>
          <a:stretch/>
        </p:blipFill>
        <p:spPr>
          <a:xfrm>
            <a:off x="0" y="0"/>
            <a:ext cx="10079640" cy="61534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671692C-7965-4574-8EDA-2B23CA50966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6153480"/>
            <a:ext cx="10080000" cy="1406520"/>
          </a:xfrm>
          <a:prstGeom prst="rect">
            <a:avLst/>
          </a:prstGeom>
          <a:solidFill>
            <a:srgbClr val="0099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title"/>
          </p:nvPr>
        </p:nvSpPr>
        <p:spPr>
          <a:xfrm>
            <a:off x="622080" y="62978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1030320"/>
            <a:ext cx="10080000" cy="5580720"/>
          </a:xfrm>
          <a:prstGeom prst="rect">
            <a:avLst/>
          </a:prstGeom>
          <a:solidFill>
            <a:srgbClr val="009933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C05BD2F-1388-4014-AA92-04F4F113408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2"/>
          <a:srcRect l="0" t="0" r="0" b="62609"/>
          <a:stretch/>
        </p:blipFill>
        <p:spPr>
          <a:xfrm>
            <a:off x="807480" y="301320"/>
            <a:ext cx="8236800" cy="990000"/>
          </a:xfrm>
          <a:prstGeom prst="rect">
            <a:avLst/>
          </a:prstGeom>
          <a:ln w="0">
            <a:noFill/>
          </a:ln>
        </p:spPr>
      </p:pic>
      <p:pic>
        <p:nvPicPr>
          <p:cNvPr id="16" name="" descr=""/>
          <p:cNvPicPr/>
          <p:nvPr/>
        </p:nvPicPr>
        <p:blipFill>
          <a:blip r:embed="rId3"/>
          <a:srcRect l="0" t="0" r="0" b="62609"/>
          <a:stretch/>
        </p:blipFill>
        <p:spPr>
          <a:xfrm>
            <a:off x="839520" y="6578280"/>
            <a:ext cx="8236800" cy="990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22080" y="629784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2026-10-19T16:21:57Z</dcterms:created>
  <dc:creator/>
  <dc:description/>
  <dc:language>en-US</dc:language>
  <cp:lastModifiedBy/>
  <cp:revision>1</cp:revision>
  <dc:subject/>
  <dc:title/>
</cp:coreProperties>
</file>