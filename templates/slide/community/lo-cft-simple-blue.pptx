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svg" ContentType="image/svg"/>
  <Override PartName="/ppt/media/image3.png" ContentType="image/png"/>
  <Override PartName="/ppt/media/image4.svg" ContentType="image/sv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impl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CH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122134-53B7-43A3-B2D0-02A16031811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CH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de-CH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88700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CH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de-CH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Aft>
                <a:spcPts val="113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CH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de-CH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CH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de-CH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CH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de-CH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CH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de-CH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CH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de-CH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CH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de-CH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de-C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de-CH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de-C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de-C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C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de-C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de-C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98BD95B-F9FD-4C72-AF89-759CAF3A9DF3}" type="slidenum">
              <a:rPr b="0" lang="de-CH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de-CH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sv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620000" y="3672000"/>
            <a:ext cx="619200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CH" sz="6000" spc="-1" strike="noStrike">
                <a:solidFill>
                  <a:srgbClr val="000000"/>
                </a:solidFill>
                <a:latin typeface="Arial"/>
              </a:rPr>
              <a:t>Presentation Title</a:t>
            </a:r>
            <a:endParaRPr b="0" lang="de-CH" sz="6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008000" y="82080"/>
            <a:ext cx="302400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CH" sz="4400" spc="-1" strike="noStrike">
                <a:solidFill>
                  <a:srgbClr val="000000"/>
                </a:solidFill>
                <a:latin typeface="Arial"/>
              </a:rPr>
              <a:t>Slide Title</a:t>
            </a:r>
            <a:endParaRPr b="0" lang="de-CH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475200" y="6937920"/>
            <a:ext cx="2088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de-CH" sz="1800" spc="-1" strike="noStrike">
                <a:solidFill>
                  <a:srgbClr val="000000"/>
                </a:solidFill>
                <a:latin typeface="Arial"/>
              </a:rPr>
              <a:t>Presentation Title</a:t>
            </a:r>
            <a:endParaRPr b="0" lang="de-CH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2026-10-19T16:21:43Z</dcterms:created>
  <dc:creator/>
  <dc:description/>
  <dc:language>en-US</dc:language>
  <cp:lastModifiedBy/>
  <cp:revision>1</cp:revision>
  <dc:subject/>
  <dc:title/>
</cp:coreProperties>
</file>