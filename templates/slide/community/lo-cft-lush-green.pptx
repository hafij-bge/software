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lush-green-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A479ED-2D1F-42D2-99B7-5C820D5712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lush-green-fi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737FAF-225D-4705-9941-07A81F02E5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lush-green-fi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36E1FFF-4645-4749-BDBF-E44D355760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lush-green-fi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557431-F51B-47FD-A7C6-75CD568E9F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360" y="19440"/>
            <a:ext cx="10079640" cy="75405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360" y="3528000"/>
            <a:ext cx="9071640" cy="83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buntu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75200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Ubuntu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Ubuntu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Ubuntu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Ubuntu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000000"/>
                </a:solidFill>
                <a:latin typeface="Ubuntu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Ubuntu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652E6C8-EAB0-4595-8F1E-3BD26F0A1E4E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75405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buntu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Ubuntu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Ubuntu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Ubuntu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Ubuntu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000000"/>
                </a:solidFill>
                <a:latin typeface="Ubuntu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Ubuntu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E6FBCB5-6339-46AD-A7DE-6668DD2A03A5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0079640" cy="754056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buntu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Ubuntu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Ubuntu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Ubuntu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Ubuntu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000000"/>
                </a:solidFill>
                <a:latin typeface="Ubuntu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Ubuntu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Ubuntu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48E0E6F-48DE-4FA5-88B2-B8964516FE44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754056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buntu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368000" y="3096000"/>
            <a:ext cx="7344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417"/>
              </a:spcAft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spcAft>
                <a:spcPts val="1134"/>
              </a:spcAft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0">
              <a:spcAft>
                <a:spcPts val="850"/>
              </a:spcAft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0">
              <a:spcAft>
                <a:spcPts val="567"/>
              </a:spcAft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0">
              <a:spcAft>
                <a:spcPts val="283"/>
              </a:spcAft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0">
              <a:spcAft>
                <a:spcPts val="283"/>
              </a:spcAft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0">
              <a:spcAft>
                <a:spcPts val="283"/>
              </a:spcAft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0B7DCB4-8277-4381-9C57-93540AAE8F3E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360" y="3528000"/>
            <a:ext cx="9071640" cy="83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7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buntu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2026-10-19T16:21:37Z</dcterms:created>
  <dc:creator/>
  <dc:description/>
  <dc:language>en-US</dc:language>
  <cp:lastModifiedBy/>
  <cp:revision>1</cp:revision>
  <dc:subject/>
  <dc:title/>
</cp:coreProperties>
</file>