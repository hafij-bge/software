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media/image1.jpeg" ContentType="image/jpeg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2384088" cy="6983413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cuba-libre-f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3952800" y="509760"/>
            <a:ext cx="4100400" cy="120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endParaRPr b="0" lang="de-DE" sz="4059" spc="-1" strike="noStrike">
              <a:solidFill>
                <a:srgbClr val="ffffff"/>
              </a:solidFill>
              <a:latin typeface="Oleo Script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553320" y="1820520"/>
            <a:ext cx="10686240" cy="405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307"/>
              </a:spcAft>
              <a:buNone/>
            </a:pPr>
            <a:endParaRPr b="0" lang="de-DE" sz="2960" spc="-1" strike="noStrike">
              <a:solidFill>
                <a:srgbClr val="000000"/>
              </a:solidFill>
              <a:latin typeface="Oleo Scrip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9D74B6B-18D3-41EE-B300-041FEFA83F5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" descr=""/>
          <p:cNvPicPr/>
          <p:nvPr/>
        </p:nvPicPr>
        <p:blipFill>
          <a:blip r:embed="rId2"/>
          <a:stretch/>
        </p:blipFill>
        <p:spPr>
          <a:xfrm>
            <a:off x="360" y="0"/>
            <a:ext cx="12383640" cy="6984000"/>
          </a:xfrm>
          <a:prstGeom prst="rect">
            <a:avLst/>
          </a:prstGeom>
          <a:ln w="0">
            <a:noFill/>
          </a:ln>
        </p:spPr>
      </p:pic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 rot="21496800">
            <a:off x="3963600" y="646920"/>
            <a:ext cx="4100400" cy="80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 fontScale="74645"/>
          </a:bodyPr>
          <a:p>
            <a:pPr indent="0" algn="ctr">
              <a:buNone/>
            </a:pPr>
            <a:r>
              <a:rPr b="0" lang="de-DE" sz="4059" spc="-1" strike="noStrike">
                <a:solidFill>
                  <a:srgbClr val="ffffff"/>
                </a:solidFill>
                <a:latin typeface="Oleo Script"/>
              </a:rPr>
              <a:t>Click to edit the title text format</a:t>
            </a:r>
            <a:endParaRPr b="0" lang="de-DE" sz="4059" spc="-1" strike="noStrike">
              <a:solidFill>
                <a:srgbClr val="ffffff"/>
              </a:solidFill>
              <a:latin typeface="Oleo Script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 rot="21483000">
            <a:off x="618840" y="1637280"/>
            <a:ext cx="10686240" cy="405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30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960" spc="-1" strike="noStrike">
                <a:solidFill>
                  <a:srgbClr val="000000"/>
                </a:solidFill>
                <a:latin typeface="Oleo Script"/>
              </a:rPr>
              <a:t>Click to edit the outline text format</a:t>
            </a:r>
            <a:endParaRPr b="0" lang="de-DE" sz="2960" spc="-1" strike="noStrike">
              <a:solidFill>
                <a:srgbClr val="000000"/>
              </a:solidFill>
              <a:latin typeface="Oleo Script"/>
            </a:endParaRPr>
          </a:p>
          <a:p>
            <a:pPr lvl="1" marL="864000" indent="-324000">
              <a:spcAft>
                <a:spcPts val="1046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2580" spc="-1" strike="noStrike">
                <a:solidFill>
                  <a:srgbClr val="000000"/>
                </a:solidFill>
                <a:latin typeface="Oleo Script"/>
              </a:rPr>
              <a:t>Second Outline Level</a:t>
            </a:r>
            <a:endParaRPr b="0" lang="de-DE" sz="2580" spc="-1" strike="noStrike">
              <a:solidFill>
                <a:srgbClr val="000000"/>
              </a:solidFill>
              <a:latin typeface="Oleo Script"/>
            </a:endParaRPr>
          </a:p>
          <a:p>
            <a:pPr lvl="2" marL="1296000" indent="-288000">
              <a:spcAft>
                <a:spcPts val="78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220" spc="-1" strike="noStrike">
                <a:solidFill>
                  <a:srgbClr val="000000"/>
                </a:solidFill>
                <a:latin typeface="Oleo Script"/>
              </a:rPr>
              <a:t>Third Outline Level</a:t>
            </a:r>
            <a:endParaRPr b="0" lang="de-DE" sz="2220" spc="-1" strike="noStrike">
              <a:solidFill>
                <a:srgbClr val="000000"/>
              </a:solidFill>
              <a:latin typeface="Oleo Script"/>
            </a:endParaRPr>
          </a:p>
          <a:p>
            <a:pPr lvl="3" marL="1728000" indent="-216000">
              <a:spcAft>
                <a:spcPts val="522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1850" spc="-1" strike="noStrike">
                <a:solidFill>
                  <a:srgbClr val="000000"/>
                </a:solidFill>
                <a:latin typeface="Oleo Script"/>
              </a:rPr>
              <a:t>Fourth Outline Level</a:t>
            </a:r>
            <a:endParaRPr b="0" lang="de-DE" sz="1850" spc="-1" strike="noStrike">
              <a:solidFill>
                <a:srgbClr val="000000"/>
              </a:solidFill>
              <a:latin typeface="Oleo Script"/>
            </a:endParaRPr>
          </a:p>
          <a:p>
            <a:pPr lvl="4" marL="2160000" indent="-216000">
              <a:spcAft>
                <a:spcPts val="261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50" spc="-1" strike="noStrike">
                <a:solidFill>
                  <a:srgbClr val="000000"/>
                </a:solidFill>
                <a:latin typeface="Oleo Script"/>
              </a:rPr>
              <a:t>Fifth Outline Level</a:t>
            </a:r>
            <a:endParaRPr b="0" lang="de-DE" sz="1850" spc="-1" strike="noStrike">
              <a:solidFill>
                <a:srgbClr val="000000"/>
              </a:solidFill>
              <a:latin typeface="Oleo Script"/>
            </a:endParaRPr>
          </a:p>
          <a:p>
            <a:pPr lvl="5" marL="2592000" indent="-216000">
              <a:spcAft>
                <a:spcPts val="261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50" spc="-1" strike="noStrike">
                <a:solidFill>
                  <a:srgbClr val="000000"/>
                </a:solidFill>
                <a:latin typeface="Oleo Script"/>
              </a:rPr>
              <a:t>Sixth Outline Level</a:t>
            </a:r>
            <a:endParaRPr b="0" lang="de-DE" sz="1850" spc="-1" strike="noStrike">
              <a:solidFill>
                <a:srgbClr val="000000"/>
              </a:solidFill>
              <a:latin typeface="Oleo Script"/>
            </a:endParaRPr>
          </a:p>
          <a:p>
            <a:pPr lvl="6" marL="3024000" indent="-216000">
              <a:spcAft>
                <a:spcPts val="261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50" spc="-1" strike="noStrike">
                <a:solidFill>
                  <a:srgbClr val="000000"/>
                </a:solidFill>
                <a:latin typeface="Oleo Script"/>
              </a:rPr>
              <a:t>Seventh Outline Level</a:t>
            </a:r>
            <a:endParaRPr b="0" lang="de-DE" sz="1850" spc="-1" strike="noStrike">
              <a:solidFill>
                <a:srgbClr val="000000"/>
              </a:solidFill>
              <a:latin typeface="Oleo Script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619200" y="6362280"/>
            <a:ext cx="2885040" cy="481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de-D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de-DE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4235040" y="6362280"/>
            <a:ext cx="3925440" cy="481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de-D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de-DE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8879040" y="6362280"/>
            <a:ext cx="2885040" cy="481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de-D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A9BCAAC3-9AEE-4D64-9AF3-A7B22CEDC369}" type="slidenum">
              <a:rPr b="0" lang="de-DE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3952800" y="509760"/>
            <a:ext cx="4100400" cy="120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endParaRPr b="0" lang="de-DE" sz="4059" spc="-1" strike="noStrike">
              <a:solidFill>
                <a:srgbClr val="ffffff"/>
              </a:solidFill>
              <a:latin typeface="Oleo Script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553320" y="1820520"/>
            <a:ext cx="10686240" cy="405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307"/>
              </a:spcAft>
              <a:buNone/>
            </a:pPr>
            <a:endParaRPr b="0" lang="de-DE" sz="2960" spc="-1" strike="noStrike">
              <a:solidFill>
                <a:srgbClr val="000000"/>
              </a:solidFill>
              <a:latin typeface="Oleo Scrip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2026-10-19T16:21:34Z</dcterms:created>
  <dc:creator/>
  <dc:description/>
  <dc:language>en-US</dc:language>
  <cp:lastModifiedBy/>
  <cp:revision>1</cp:revision>
  <dc:subject/>
  <dc:title/>
</cp:coreProperties>
</file>