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svg" ContentType="image/svg"/>
  <Override PartName="/ppt/media/image5.png" ContentType="image/png"/>
  <Override PartName="/ppt/media/image3.png" ContentType="image/png"/>
  <Override PartName="/ppt/media/image4.svg" ContentType="image/svg"/>
  <Override PartName="/ppt/media/image7.png" ContentType="image/png"/>
  <Override PartName="/ppt/media/image11.png" ContentType="image/png"/>
  <Override PartName="/ppt/media/image6.svg" ContentType="image/svg"/>
  <Override PartName="/ppt/media/image9.png" ContentType="image/png"/>
  <Override PartName="/ppt/media/image10.svg" ContentType="image/svg"/>
  <Override PartName="/ppt/media/image8.svg" ContentType="image/svg"/>
  <Override PartName="/ppt/media/image12.svg" ContentType="image/sv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ciPaper_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4BD8BD-3302-418C-84B0-6AA2C001882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ciPaper_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CH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88700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CH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087A50-4122-4CB3-8CB1-ABE5436805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CH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de-CH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88700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de-CH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CH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de-CH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de-CH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CH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C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de-CH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de-C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de-C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C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de-C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C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29DF68F-B71B-42C6-B50C-FE383B0892B0}" type="slidenum">
              <a:rPr b="0" lang="de-CH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de-CH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sv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sv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sv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391640" y="3560040"/>
            <a:ext cx="5184000" cy="90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CH" sz="4400" spc="-1" strike="noStrike">
                <a:solidFill>
                  <a:srgbClr val="008000"/>
                </a:solidFill>
                <a:latin typeface="Arial"/>
              </a:rPr>
              <a:t>Presentation</a:t>
            </a:r>
            <a:r>
              <a:rPr b="0" lang="de-CH" sz="4400" spc="-1" strike="noStrike">
                <a:solidFill>
                  <a:srgbClr val="008000"/>
                </a:solidFill>
                <a:latin typeface="Arial"/>
              </a:rPr>
              <a:t> Title</a:t>
            </a:r>
            <a:endParaRPr b="0" lang="de-CH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7355520" y="5220000"/>
            <a:ext cx="1683360" cy="6022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de-CH" sz="1800" spc="-1" strike="noStrike">
                <a:solidFill>
                  <a:srgbClr val="008000"/>
                </a:solidFill>
                <a:latin typeface="Arial"/>
              </a:rPr>
              <a:t>Your Name</a:t>
            </a:r>
            <a:endParaRPr b="0" lang="de-CH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de-CH" sz="1800" spc="-1" strike="noStrike">
                <a:solidFill>
                  <a:srgbClr val="008000"/>
                </a:solidFill>
                <a:latin typeface="Arial"/>
              </a:rPr>
              <a:t>Your Institution</a:t>
            </a:r>
            <a:endParaRPr b="0" lang="de-CH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216000" y="157680"/>
            <a:ext cx="1728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de-CH" sz="1800" spc="-1" strike="noStrike">
                <a:solidFill>
                  <a:srgbClr val="008000"/>
                </a:solidFill>
                <a:latin typeface="Arial"/>
              </a:rPr>
              <a:t>Introduction</a:t>
            </a:r>
            <a:endParaRPr b="0" lang="de-C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2783880" y="157680"/>
            <a:ext cx="131652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de-CH" sz="1800" spc="-1" strike="noStrike">
                <a:solidFill>
                  <a:srgbClr val="00ae00"/>
                </a:solidFill>
                <a:latin typeface="Arial"/>
              </a:rPr>
              <a:t>Methods</a:t>
            </a:r>
            <a:endParaRPr b="0" lang="de-C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5352120" y="157680"/>
            <a:ext cx="139896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de-CH" sz="1800" spc="-1" strike="noStrike">
                <a:solidFill>
                  <a:srgbClr val="00ae00"/>
                </a:solidFill>
                <a:latin typeface="Arial"/>
              </a:rPr>
              <a:t>Results</a:t>
            </a:r>
            <a:endParaRPr b="0" lang="de-C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7920000" y="157680"/>
            <a:ext cx="156348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de-CH" sz="1800" spc="-1" strike="noStrike">
                <a:solidFill>
                  <a:srgbClr val="00ae00"/>
                </a:solidFill>
                <a:latin typeface="Arial"/>
              </a:rPr>
              <a:t>Discussion</a:t>
            </a:r>
            <a:endParaRPr b="0" lang="de-C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2826720" y="301320"/>
            <a:ext cx="4427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CH" sz="4400" spc="-1" strike="noStrike">
                <a:solidFill>
                  <a:srgbClr val="00ae00"/>
                </a:solidFill>
                <a:latin typeface="Arial"/>
              </a:rPr>
              <a:t>Introduction Title</a:t>
            </a:r>
            <a:endParaRPr b="0" lang="de-CH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 txBox="1"/>
          <p:nvPr/>
        </p:nvSpPr>
        <p:spPr>
          <a:xfrm>
            <a:off x="216360" y="157680"/>
            <a:ext cx="1728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de-CH" sz="1800" spc="-1" strike="noStrike">
                <a:solidFill>
                  <a:srgbClr val="00ae00"/>
                </a:solidFill>
                <a:latin typeface="Arial"/>
              </a:rPr>
              <a:t>Introduction</a:t>
            </a:r>
            <a:endParaRPr b="0" lang="de-C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2784240" y="157680"/>
            <a:ext cx="131652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de-CH" sz="1800" spc="-1" strike="noStrike">
                <a:solidFill>
                  <a:srgbClr val="008000"/>
                </a:solidFill>
                <a:latin typeface="Arial"/>
              </a:rPr>
              <a:t>Methods</a:t>
            </a:r>
            <a:endParaRPr b="0" lang="de-C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5352480" y="157680"/>
            <a:ext cx="139896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de-CH" sz="1800" spc="-1" strike="noStrike">
                <a:solidFill>
                  <a:srgbClr val="00ae00"/>
                </a:solidFill>
                <a:latin typeface="Arial"/>
              </a:rPr>
              <a:t>Results</a:t>
            </a:r>
            <a:endParaRPr b="0" lang="de-C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7920360" y="157680"/>
            <a:ext cx="156348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de-CH" sz="1800" spc="-1" strike="noStrike">
                <a:solidFill>
                  <a:srgbClr val="00ae00"/>
                </a:solidFill>
                <a:latin typeface="Arial"/>
              </a:rPr>
              <a:t>Discussion</a:t>
            </a:r>
            <a:endParaRPr b="0" lang="de-C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276720" y="301320"/>
            <a:ext cx="3527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CH" sz="4400" spc="-1" strike="noStrike">
                <a:solidFill>
                  <a:srgbClr val="00ae00"/>
                </a:solidFill>
                <a:latin typeface="Arial"/>
              </a:rPr>
              <a:t>Methods Title</a:t>
            </a:r>
            <a:endParaRPr b="0" lang="de-CH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 txBox="1"/>
          <p:nvPr/>
        </p:nvSpPr>
        <p:spPr>
          <a:xfrm>
            <a:off x="216360" y="157680"/>
            <a:ext cx="1728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de-CH" sz="1800" spc="-1" strike="noStrike">
                <a:solidFill>
                  <a:srgbClr val="00ae00"/>
                </a:solidFill>
                <a:latin typeface="Arial"/>
              </a:rPr>
              <a:t>Introduction</a:t>
            </a:r>
            <a:endParaRPr b="0" lang="de-C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2784240" y="157680"/>
            <a:ext cx="131652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de-CH" sz="1800" spc="-1" strike="noStrike">
                <a:solidFill>
                  <a:srgbClr val="00ae00"/>
                </a:solidFill>
                <a:latin typeface="Arial"/>
              </a:rPr>
              <a:t>Methods</a:t>
            </a:r>
            <a:endParaRPr b="0" lang="de-C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5352480" y="157680"/>
            <a:ext cx="139896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de-CH" sz="1800" spc="-1" strike="noStrike">
                <a:solidFill>
                  <a:srgbClr val="008000"/>
                </a:solidFill>
                <a:latin typeface="Arial"/>
              </a:rPr>
              <a:t>Results</a:t>
            </a:r>
            <a:endParaRPr b="0" lang="de-C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7920360" y="157680"/>
            <a:ext cx="156348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de-CH" sz="1800" spc="-1" strike="noStrike">
                <a:solidFill>
                  <a:srgbClr val="00ae00"/>
                </a:solidFill>
                <a:latin typeface="Arial"/>
              </a:rPr>
              <a:t>Discussion</a:t>
            </a:r>
            <a:endParaRPr b="0" lang="de-C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276720" y="301320"/>
            <a:ext cx="3527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CH" sz="4400" spc="-1" strike="noStrike">
                <a:solidFill>
                  <a:srgbClr val="00ae00"/>
                </a:solidFill>
                <a:latin typeface="Arial"/>
              </a:rPr>
              <a:t>Results Title</a:t>
            </a:r>
            <a:endParaRPr b="0" lang="de-CH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 txBox="1"/>
          <p:nvPr/>
        </p:nvSpPr>
        <p:spPr>
          <a:xfrm>
            <a:off x="216360" y="157680"/>
            <a:ext cx="1728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de-CH" sz="1800" spc="-1" strike="noStrike">
                <a:solidFill>
                  <a:srgbClr val="00ae00"/>
                </a:solidFill>
                <a:latin typeface="Arial"/>
              </a:rPr>
              <a:t>Introduction</a:t>
            </a:r>
            <a:endParaRPr b="0" lang="de-C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2784240" y="157680"/>
            <a:ext cx="131652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de-CH" sz="1800" spc="-1" strike="noStrike">
                <a:solidFill>
                  <a:srgbClr val="00ae00"/>
                </a:solidFill>
                <a:latin typeface="Arial"/>
              </a:rPr>
              <a:t>Methods</a:t>
            </a:r>
            <a:endParaRPr b="0" lang="de-C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5352480" y="157680"/>
            <a:ext cx="139896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de-CH" sz="1800" spc="-1" strike="noStrike">
                <a:solidFill>
                  <a:srgbClr val="00ae00"/>
                </a:solidFill>
                <a:latin typeface="Arial"/>
              </a:rPr>
              <a:t>Results</a:t>
            </a:r>
            <a:endParaRPr b="0" lang="de-C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7920360" y="157680"/>
            <a:ext cx="156348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de-CH" sz="1800" spc="-1" strike="noStrike">
                <a:solidFill>
                  <a:srgbClr val="008000"/>
                </a:solidFill>
                <a:latin typeface="Arial"/>
              </a:rPr>
              <a:t>Discussion</a:t>
            </a:r>
            <a:endParaRPr b="0" lang="de-C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006720" y="301320"/>
            <a:ext cx="4067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CH" sz="4400" spc="-1" strike="noStrike">
                <a:solidFill>
                  <a:srgbClr val="00ae00"/>
                </a:solidFill>
                <a:latin typeface="Arial"/>
              </a:rPr>
              <a:t>Discussion Title</a:t>
            </a:r>
            <a:endParaRPr b="0" lang="de-CH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72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CH" sz="4400" spc="-1" strike="noStrike">
                <a:solidFill>
                  <a:srgbClr val="00ae00"/>
                </a:solidFill>
                <a:latin typeface="Arial"/>
              </a:rPr>
              <a:t>Acknowledgements</a:t>
            </a:r>
            <a:endParaRPr b="0" lang="de-CH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72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CH" sz="4400" spc="-1" strike="noStrike">
                <a:solidFill>
                  <a:srgbClr val="00ae00"/>
                </a:solidFill>
                <a:latin typeface="Arial"/>
              </a:rPr>
              <a:t>References</a:t>
            </a:r>
            <a:endParaRPr b="0" lang="de-CH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2844000" y="2808000"/>
            <a:ext cx="4392000" cy="2604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b="0" lang="de-CH" sz="2000" spc="-1" strike="noStrike">
                <a:solidFill>
                  <a:srgbClr val="008000"/>
                </a:solidFill>
                <a:latin typeface="Arial"/>
              </a:rPr>
              <a:t> </a:t>
            </a:r>
            <a:r>
              <a:rPr b="0" lang="de-CH" sz="2000" spc="-1" strike="noStrike">
                <a:solidFill>
                  <a:srgbClr val="008000"/>
                </a:solidFill>
                <a:latin typeface="Arial"/>
              </a:rPr>
              <a:t>Author1. (Year). </a:t>
            </a:r>
            <a:r>
              <a:rPr b="0" i="1" lang="de-CH" sz="2000" spc="-1" strike="noStrike">
                <a:solidFill>
                  <a:srgbClr val="008000"/>
                </a:solidFill>
                <a:latin typeface="Arial"/>
              </a:rPr>
              <a:t>Title</a:t>
            </a:r>
            <a:r>
              <a:rPr b="0" lang="de-CH" sz="2000" spc="-1" strike="noStrike">
                <a:solidFill>
                  <a:srgbClr val="008000"/>
                </a:solidFill>
                <a:latin typeface="Arial"/>
              </a:rPr>
              <a:t>. Journal.</a:t>
            </a: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  <a:buFont typeface="Symbol" charset="2"/>
              <a:buChar char=""/>
            </a:pP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b="0" lang="de-CH" sz="2000" spc="-1" strike="noStrike">
                <a:solidFill>
                  <a:srgbClr val="008000"/>
                </a:solidFill>
                <a:latin typeface="Arial"/>
              </a:rPr>
              <a:t> </a:t>
            </a:r>
            <a:r>
              <a:rPr b="0" lang="de-CH" sz="2000" spc="-1" strike="noStrike">
                <a:solidFill>
                  <a:srgbClr val="008000"/>
                </a:solidFill>
                <a:latin typeface="Arial"/>
              </a:rPr>
              <a:t>Author2. (Year). </a:t>
            </a:r>
            <a:r>
              <a:rPr b="0" i="1" lang="de-CH" sz="2000" spc="-1" strike="noStrike">
                <a:solidFill>
                  <a:srgbClr val="008000"/>
                </a:solidFill>
                <a:latin typeface="Arial"/>
              </a:rPr>
              <a:t>Title</a:t>
            </a:r>
            <a:r>
              <a:rPr b="0" lang="de-CH" sz="2000" spc="-1" strike="noStrike">
                <a:solidFill>
                  <a:srgbClr val="008000"/>
                </a:solidFill>
                <a:latin typeface="Arial"/>
              </a:rPr>
              <a:t>. Journal.</a:t>
            </a: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  <a:buFont typeface="Symbol" charset="2"/>
              <a:buChar char=""/>
            </a:pP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b="0" lang="de-CH" sz="2000" spc="-1" strike="noStrike">
                <a:solidFill>
                  <a:srgbClr val="008000"/>
                </a:solidFill>
                <a:latin typeface="Arial"/>
              </a:rPr>
              <a:t> </a:t>
            </a:r>
            <a:r>
              <a:rPr b="0" lang="de-CH" sz="2000" spc="-1" strike="noStrike">
                <a:solidFill>
                  <a:srgbClr val="008000"/>
                </a:solidFill>
                <a:latin typeface="Arial"/>
              </a:rPr>
              <a:t>Author3. (Year). </a:t>
            </a:r>
            <a:r>
              <a:rPr b="0" i="1" lang="de-CH" sz="2000" spc="-1" strike="noStrike">
                <a:solidFill>
                  <a:srgbClr val="008000"/>
                </a:solidFill>
                <a:latin typeface="Arial"/>
              </a:rPr>
              <a:t>Title</a:t>
            </a:r>
            <a:r>
              <a:rPr b="0" lang="de-CH" sz="2000" spc="-1" strike="noStrike">
                <a:solidFill>
                  <a:srgbClr val="008000"/>
                </a:solidFill>
                <a:latin typeface="Arial"/>
              </a:rPr>
              <a:t>. Journal.</a:t>
            </a: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2026-10-19T16:21:42Z</dcterms:created>
  <dc:creator/>
  <dc:description/>
  <dc:language>en-US</dc:language>
  <cp:lastModifiedBy/>
  <cp:revision>1</cp:revision>
  <dc:subject/>
  <dc:title/>
</cp:coreProperties>
</file>