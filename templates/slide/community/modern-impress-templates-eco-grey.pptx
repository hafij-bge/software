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0D871D-4CDB-4A3F-860F-EB51A9C255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1F22F9-4174-4336-8222-3CC63B8633A5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2026-10-19T16:22:13Z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eCO-grey</dc:title>
</cp:coreProperties>
</file>