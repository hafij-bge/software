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-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016000" y="278640"/>
            <a:ext cx="97484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059" spc="-1" strike="noStrike">
              <a:solidFill>
                <a:srgbClr val="050505"/>
              </a:solidFill>
              <a:latin typeface="Ralew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2016000" y="1634040"/>
            <a:ext cx="95007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50505"/>
              </a:solidFill>
              <a:latin typeface="TlwgTypewrite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11935B-2535-4A77-8063-AFF7082E66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416400" cy="6984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016000" y="278640"/>
            <a:ext cx="97484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de-DE" sz="4059" spc="-1" strike="noStrike">
                <a:solidFill>
                  <a:srgbClr val="050505"/>
                </a:solidFill>
                <a:latin typeface="Raleway"/>
              </a:rPr>
              <a:t>Click to edit the title text format</a:t>
            </a:r>
            <a:endParaRPr b="0" lang="de-DE" sz="4059" spc="-1" strike="noStrike">
              <a:solidFill>
                <a:srgbClr val="050505"/>
              </a:solidFill>
              <a:latin typeface="Raleway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2016000" y="1634040"/>
            <a:ext cx="95007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307"/>
              </a:spcAft>
              <a:buClr>
                <a:srgbClr val="050505"/>
              </a:buClr>
              <a:buSzPct val="25000"/>
              <a:buFont typeface="Wingdings" charset="2"/>
              <a:buChar char=""/>
            </a:pPr>
            <a:r>
              <a:rPr b="0" lang="de-DE" sz="2960" spc="-1" strike="noStrike">
                <a:solidFill>
                  <a:srgbClr val="050505"/>
                </a:solidFill>
                <a:latin typeface="TlwgTypewriter"/>
              </a:rPr>
              <a:t>Click to edit the outline text format</a:t>
            </a:r>
            <a:endParaRPr b="0" lang="de-DE" sz="2960" spc="-1" strike="noStrike">
              <a:solidFill>
                <a:srgbClr val="050505"/>
              </a:solidFill>
              <a:latin typeface="TlwgTypewriter"/>
            </a:endParaRPr>
          </a:p>
          <a:p>
            <a:pPr lvl="1" marL="864000" indent="-324000">
              <a:spcAft>
                <a:spcPts val="1046"/>
              </a:spcAft>
              <a:buClr>
                <a:srgbClr val="050505"/>
              </a:buClr>
              <a:buSzPct val="25000"/>
              <a:buFont typeface="Symbol" charset="2"/>
              <a:buChar char=""/>
            </a:pPr>
            <a:r>
              <a:rPr b="0" lang="de-DE" sz="2580" spc="-1" strike="noStrike">
                <a:solidFill>
                  <a:srgbClr val="050505"/>
                </a:solidFill>
                <a:latin typeface="TlwgTypewriter"/>
              </a:rPr>
              <a:t>Second Outline Level</a:t>
            </a:r>
            <a:endParaRPr b="0" lang="de-DE" sz="2580" spc="-1" strike="noStrike">
              <a:solidFill>
                <a:srgbClr val="050505"/>
              </a:solidFill>
              <a:latin typeface="TlwgTypewriter"/>
            </a:endParaRPr>
          </a:p>
          <a:p>
            <a:pPr lvl="2" marL="1296000" indent="-288000">
              <a:spcAft>
                <a:spcPts val="782"/>
              </a:spcAft>
              <a:buClr>
                <a:srgbClr val="050505"/>
              </a:buClr>
              <a:buSzPct val="25000"/>
              <a:buFont typeface="Wingdings" charset="2"/>
              <a:buChar char=""/>
            </a:pPr>
            <a:r>
              <a:rPr b="0" lang="de-DE" sz="2220" spc="-1" strike="noStrike">
                <a:solidFill>
                  <a:srgbClr val="050505"/>
                </a:solidFill>
                <a:latin typeface="TlwgTypewriter"/>
              </a:rPr>
              <a:t>Third Outline Level</a:t>
            </a:r>
            <a:endParaRPr b="0" lang="de-DE" sz="2220" spc="-1" strike="noStrike">
              <a:solidFill>
                <a:srgbClr val="050505"/>
              </a:solidFill>
              <a:latin typeface="TlwgTypewriter"/>
            </a:endParaRPr>
          </a:p>
          <a:p>
            <a:pPr lvl="3" marL="1728000" indent="-216000">
              <a:spcAft>
                <a:spcPts val="522"/>
              </a:spcAft>
              <a:buClr>
                <a:srgbClr val="050505"/>
              </a:buClr>
              <a:buSzPct val="25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050505"/>
                </a:solidFill>
                <a:latin typeface="TlwgTypewriter"/>
              </a:rPr>
              <a:t>Fourth Outline Level</a:t>
            </a:r>
            <a:endParaRPr b="0" lang="de-DE" sz="1850" spc="-1" strike="noStrike">
              <a:solidFill>
                <a:srgbClr val="050505"/>
              </a:solidFill>
              <a:latin typeface="TlwgTypewriter"/>
            </a:endParaRPr>
          </a:p>
          <a:p>
            <a:pPr lvl="4" marL="2160000" indent="-216000">
              <a:spcAft>
                <a:spcPts val="261"/>
              </a:spcAft>
              <a:buClr>
                <a:srgbClr val="050505"/>
              </a:buClr>
              <a:buSzPct val="2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50505"/>
                </a:solidFill>
                <a:latin typeface="TlwgTypewriter"/>
              </a:rPr>
              <a:t>Fifth Outline Level</a:t>
            </a:r>
            <a:endParaRPr b="0" lang="de-DE" sz="1850" spc="-1" strike="noStrike">
              <a:solidFill>
                <a:srgbClr val="050505"/>
              </a:solidFill>
              <a:latin typeface="TlwgTypewriter"/>
            </a:endParaRPr>
          </a:p>
          <a:p>
            <a:pPr lvl="5" marL="2592000" indent="-216000">
              <a:spcAft>
                <a:spcPts val="261"/>
              </a:spcAft>
              <a:buClr>
                <a:srgbClr val="050505"/>
              </a:buClr>
              <a:buSzPct val="2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50505"/>
                </a:solidFill>
                <a:latin typeface="TlwgTypewriter"/>
              </a:rPr>
              <a:t>Sixth Outline Level</a:t>
            </a:r>
            <a:endParaRPr b="0" lang="de-DE" sz="1850" spc="-1" strike="noStrike">
              <a:solidFill>
                <a:srgbClr val="050505"/>
              </a:solidFill>
              <a:latin typeface="TlwgTypewriter"/>
            </a:endParaRPr>
          </a:p>
          <a:p>
            <a:pPr lvl="6" marL="3024000" indent="-216000">
              <a:spcAft>
                <a:spcPts val="261"/>
              </a:spcAft>
              <a:buClr>
                <a:srgbClr val="050505"/>
              </a:buClr>
              <a:buSzPct val="2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50505"/>
                </a:solidFill>
                <a:latin typeface="TlwgTypewriter"/>
              </a:rPr>
              <a:t>Seventh Outline Level</a:t>
            </a:r>
            <a:endParaRPr b="0" lang="de-DE" sz="1850" spc="-1" strike="noStrike">
              <a:solidFill>
                <a:srgbClr val="050505"/>
              </a:solidFill>
              <a:latin typeface="TlwgTypewriter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lwgTypewriter"/>
              </a:defRPr>
            </a:lvl1pPr>
          </a:lstStyle>
          <a:p>
            <a:pPr indent="0" algn="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lwgTypewriter"/>
              </a:rPr>
              <a:t>Slide </a:t>
            </a:r>
            <a:fld id="{2D788B2B-4B81-439F-AA96-A1BE3C3E6720}" type="slidenum">
              <a:rPr b="0" lang="de-DE" sz="1400" spc="-1" strike="noStrike">
                <a:solidFill>
                  <a:srgbClr val="000000"/>
                </a:solidFill>
                <a:latin typeface="TlwgTypewriter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016000" y="560880"/>
            <a:ext cx="9748440" cy="6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059" spc="-1" strike="noStrike">
              <a:solidFill>
                <a:srgbClr val="050505"/>
              </a:solidFill>
              <a:latin typeface="Ralew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2016000" y="1634040"/>
            <a:ext cx="95007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50505"/>
              </a:solidFill>
              <a:latin typeface="TlwgTypewrite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AD88B0-2680-4223-99CF-C3996F306BB9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2026-10-19T16:21:34Z</dcterms:created>
  <dc:creator/>
  <dc:description/>
  <dc:language>en-US</dc:language>
  <cp:lastModifiedBy/>
  <cp:revision>1</cp:revision>
  <dc:subject/>
  <dc:title/>
</cp:coreProperties>
</file>