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eco-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4"/>
              </a:spcAft>
              <a:buNone/>
            </a:pP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167AD5-A666-43B9-B244-5F01249DEA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62007" sy="7441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l-PL" sz="4400" spc="-1" strike="noStrike">
                <a:solidFill>
                  <a:srgbClr val="ffffff"/>
                </a:solidFill>
                <a:latin typeface="Open Sans"/>
              </a:rPr>
              <a:t>Click to edit the title text format</a:t>
            </a: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ffffff"/>
                </a:solidFill>
                <a:latin typeface="Open Sans"/>
              </a:rPr>
              <a:t>Click to edit the outline text format</a:t>
            </a: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  <a:p>
            <a:pPr lvl="1" marL="864000" indent="-324000">
              <a:spcAft>
                <a:spcPts val="113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800" spc="-1" strike="noStrike">
                <a:solidFill>
                  <a:srgbClr val="ffffff"/>
                </a:solidFill>
                <a:latin typeface="Open Sans"/>
              </a:rPr>
              <a:t>Second Outline Level</a:t>
            </a:r>
            <a:endParaRPr b="0" lang="pl-PL" sz="2800" spc="-1" strike="noStrike">
              <a:solidFill>
                <a:srgbClr val="ffffff"/>
              </a:solidFill>
              <a:latin typeface="Open Sans"/>
            </a:endParaRPr>
          </a:p>
          <a:p>
            <a:pPr lvl="2" marL="1296000" indent="-288000">
              <a:spcAft>
                <a:spcPts val="850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400" spc="-1" strike="noStrike">
                <a:solidFill>
                  <a:srgbClr val="ffffff"/>
                </a:solidFill>
                <a:latin typeface="Open Sans"/>
              </a:rPr>
              <a:t>Third Outline Level</a:t>
            </a:r>
            <a:endParaRPr b="0" lang="pl-PL" sz="2400" spc="-1" strike="noStrike">
              <a:solidFill>
                <a:srgbClr val="ffffff"/>
              </a:solidFill>
              <a:latin typeface="Open Sans"/>
            </a:endParaRPr>
          </a:p>
          <a:p>
            <a:pPr lvl="3" marL="1728000" indent="-216000">
              <a:spcAft>
                <a:spcPts val="56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Fourth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4" marL="2160000" indent="-216000">
              <a:spcAft>
                <a:spcPts val="283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Fifth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5" marL="2592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Sixth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6" marL="3024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Seventh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70AC3FE2-1125-4FDD-8BE9-D4859E694E59}" type="slidenum"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4"/>
              </a:spcAft>
              <a:buNone/>
            </a:pP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2026-10-19T16:22:14Z</dcterms:created>
  <dc:creator/>
  <dc:description>Based on eCO - Wallpapers by lassekongo83: http://lassekongo83.deviantart.com/art/eCO-Wallpapers-153472704. License: CC-BY. Description: Minimalistic wallpapers that are good to use when you don't want to be distracted. ;)</dc:description>
  <dc:language>en-US</dc:language>
  <cp:lastModifiedBy/>
  <cp:revision>1</cp:revision>
  <dc:subject/>
  <dc:title>eCO-orange</dc:title>
</cp:coreProperties>
</file>