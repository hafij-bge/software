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969840"/>
            <a:ext cx="9071640" cy="104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2232000"/>
            <a:ext cx="9071640" cy="43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9105C-B718-4153-8737-3E5904F1F1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69840"/>
            <a:ext cx="9071640" cy="104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2232000"/>
            <a:ext cx="9071640" cy="43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7B16F7-9257-421E-A55D-FF34D59405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969840"/>
            <a:ext cx="9071640" cy="104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2232000"/>
            <a:ext cx="9071640" cy="43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EC450D-323F-4432-A8EA-FED26A6F1B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969840"/>
            <a:ext cx="9071640" cy="104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504000" y="2232000"/>
            <a:ext cx="9071640" cy="43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67F39FC-15CF-43AF-A9A4-267D7A8E5E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36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190548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3456000"/>
            <a:ext cx="9071640" cy="26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28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7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7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7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80000" y="68868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68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587360" y="68868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99615CD8-1A53-447C-AB3F-0510F0A0AE0F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408600"/>
            <a:ext cx="9071640" cy="126252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020680"/>
            <a:ext cx="9071640" cy="467532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28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7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7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7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216000" y="68868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68868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623360" y="68868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680800EE-061E-49CE-BCCA-1EA8E5186C1F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-16920" y="-12240"/>
            <a:ext cx="10096920" cy="9482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69840"/>
            <a:ext cx="9071640" cy="104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2232000"/>
            <a:ext cx="9071640" cy="43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180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758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C2EC3BE2-5372-4286-B537-4C02586F2553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190548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3456000"/>
            <a:ext cx="9071640" cy="26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408600"/>
            <a:ext cx="9071640" cy="126252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2020680"/>
            <a:ext cx="9071640" cy="467532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969840"/>
            <a:ext cx="9071640" cy="104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04000" y="2232000"/>
            <a:ext cx="9071640" cy="43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2026-10-19T16:21:58Z</dcterms:created>
  <dc:creator/>
  <dc:description/>
  <dc:language>en-US</dc:language>
  <cp:lastModifiedBy/>
  <cp:revision>1</cp:revision>
  <dc:subject/>
  <dc:title/>
</cp:coreProperties>
</file>