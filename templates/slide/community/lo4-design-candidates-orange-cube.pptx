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rangeCu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280" y="225000"/>
            <a:ext cx="9071640" cy="946800"/>
          </a:xfrm>
          <a:prstGeom prst="rect">
            <a:avLst/>
          </a:prstGeom>
          <a:solidFill>
            <a:srgbClr val="fa91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4FB949-B44F-4318-824B-C990CE7477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4d4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280" y="225000"/>
            <a:ext cx="9071640" cy="946800"/>
          </a:xfrm>
          <a:prstGeom prst="rect">
            <a:avLst/>
          </a:prstGeom>
          <a:solidFill>
            <a:srgbClr val="fa91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4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2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1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0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28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6640" y="516456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6640" y="51645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7F3F6D0-119D-4B6F-A7E5-3BDE0378BBC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-720" y="0"/>
            <a:ext cx="10104120" cy="1176120"/>
          </a:xfrm>
          <a:prstGeom prst="rect">
            <a:avLst/>
          </a:prstGeom>
          <a:solidFill>
            <a:srgbClr val="fa9100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54"/>
              </a:spcAft>
              <a:buNone/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46320" y="18360"/>
            <a:ext cx="1463040" cy="142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2026-10-19T16:21:49Z</dcterms:created>
  <dc:creator/>
  <dc:description/>
  <dc:language>en-US</dc:language>
  <cp:lastModifiedBy/>
  <cp:revision>1</cp:revision>
  <dc:subject/>
  <dc:title/>
</cp:coreProperties>
</file>