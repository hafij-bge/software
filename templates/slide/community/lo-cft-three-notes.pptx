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hree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511CD-5328-4C56-B8CC-7DAEBEEF8E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ree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3501720" y="132588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499800" y="132588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/>
          </p:nvPr>
        </p:nvSpPr>
        <p:spPr>
          <a:xfrm>
            <a:off x="503280" y="304344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/>
          </p:nvPr>
        </p:nvSpPr>
        <p:spPr>
          <a:xfrm>
            <a:off x="3501720" y="304344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/>
          </p:nvPr>
        </p:nvSpPr>
        <p:spPr>
          <a:xfrm>
            <a:off x="6499800" y="3043440"/>
            <a:ext cx="28551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28A70-A91B-418E-8787-5CD74434B7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9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45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9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9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2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79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280" y="5164200"/>
            <a:ext cx="234756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5560" y="5164200"/>
            <a:ext cx="319392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4480" y="5164200"/>
            <a:ext cx="234756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B662B8D-5BBE-43B0-8BFA-90D50D357AC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 rot="21137400">
            <a:off x="984600" y="1982520"/>
            <a:ext cx="28548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4"/>
              </a:spcAft>
              <a:buNone/>
            </a:pPr>
            <a:r>
              <a:rPr b="0" lang="en-US" sz="2390" spc="-1" strike="noStrike">
                <a:solidFill>
                  <a:srgbClr val="000000"/>
                </a:solidFill>
                <a:latin typeface="Arial"/>
              </a:rPr>
              <a:t>This is a sample template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 rot="354000">
            <a:off x="3546000" y="1998360"/>
            <a:ext cx="28548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4"/>
              </a:spcAft>
              <a:buNone/>
            </a:pPr>
            <a:r>
              <a:rPr b="0" lang="en-US" sz="2390" spc="-1" strike="noStrike">
                <a:solidFill>
                  <a:srgbClr val="000000"/>
                </a:solidFill>
                <a:latin typeface="Arial"/>
              </a:rPr>
              <a:t>This is a sample template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 rot="21057000">
            <a:off x="6583680" y="1998360"/>
            <a:ext cx="285480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Aft>
                <a:spcPts val="1054"/>
              </a:spcAft>
              <a:buNone/>
            </a:pPr>
            <a:r>
              <a:rPr b="0" lang="en-US" sz="2390" spc="-1" strike="noStrike">
                <a:solidFill>
                  <a:srgbClr val="000000"/>
                </a:solidFill>
                <a:latin typeface="Arial"/>
              </a:rPr>
              <a:t>This is a sample template</a:t>
            </a: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0AE219-A337-4CAF-94AB-F40E3210D06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e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10755-9E5E-4813-A678-BDB9B8AF2E7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0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88671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627FB-7058-47EB-B296-8AA36757D6B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2026-10-19T16:21:44Z</dcterms:created>
  <dc:creator/>
  <dc:description/>
  <dc:language>en-US</dc:language>
  <cp:lastModifiedBy/>
  <cp:revision>1</cp:revision>
  <dc:subject/>
  <dc:title/>
</cp:coreProperties>
</file>