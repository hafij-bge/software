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  <p:sldMasterId id="2147483653" r:id="rId4"/>
    <p:sldMasterId id="2147483655" r:id="rId5"/>
  </p:sldMasterIdLst>
  <p:sldIdLst>
    <p:sldId id="256" r:id="rId6"/>
    <p:sldId id="257" r:id="rId7"/>
    <p:sldId id="258" r:id="rId8"/>
    <p:sldId id="259" r:id="rId9"/>
  </p:sldIdLst>
  <p:sldSz cx="10080625" cy="755967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aru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985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504000" y="2340000"/>
            <a:ext cx="9071640" cy="406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B312295-54D2-4916-B6FD-8FE24227B30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aru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985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2340000"/>
            <a:ext cx="9071640" cy="406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8870C9A-DEF4-4709-9FEA-5F7CA38D3E6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aruma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504000" y="985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504000" y="2340000"/>
            <a:ext cx="9071640" cy="406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A910231-A1E1-4BF9-9392-77A90323721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aruma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504000" y="985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504000" y="2340000"/>
            <a:ext cx="9071640" cy="406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B73F465A-DC87-45D5-B49D-F6A119C134C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aruma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504000" y="985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504000" y="2340000"/>
            <a:ext cx="9071640" cy="406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CFAEDF34-2736-445E-B193-64017A5A981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3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4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553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2016000"/>
            <a:ext cx="9071640" cy="413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A3A470CE-A61F-46AF-B1C2-377EB79A2BB7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  <p:sldLayoutId id="2147483650" r:id="rId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"/>
          <p:cNvGrpSpPr/>
          <p:nvPr/>
        </p:nvGrpSpPr>
        <p:grpSpPr>
          <a:xfrm>
            <a:off x="8777160" y="6156000"/>
            <a:ext cx="1051200" cy="1266480"/>
            <a:chOff x="8777160" y="6156000"/>
            <a:chExt cx="1051200" cy="1266480"/>
          </a:xfrm>
        </p:grpSpPr>
        <p:grpSp>
          <p:nvGrpSpPr>
            <p:cNvPr id="10" name=""/>
            <p:cNvGrpSpPr/>
            <p:nvPr/>
          </p:nvGrpSpPr>
          <p:grpSpPr>
            <a:xfrm>
              <a:off x="8777160" y="6156000"/>
              <a:ext cx="1051200" cy="1266480"/>
              <a:chOff x="8777160" y="6156000"/>
              <a:chExt cx="1051200" cy="1266480"/>
            </a:xfrm>
          </p:grpSpPr>
          <p:sp>
            <p:nvSpPr>
              <p:cNvPr id="11" name=""/>
              <p:cNvSpPr/>
              <p:nvPr/>
            </p:nvSpPr>
            <p:spPr>
              <a:xfrm>
                <a:off x="8848800" y="6156000"/>
                <a:ext cx="907920" cy="908280"/>
              </a:xfrm>
              <a:prstGeom prst="ellipse">
                <a:avLst/>
              </a:prstGeom>
              <a:solidFill>
                <a:srgbClr val="ff333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endParaRPr b="0" lang="en-US" sz="18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grpSp>
            <p:nvGrpSpPr>
              <p:cNvPr id="12" name=""/>
              <p:cNvGrpSpPr/>
              <p:nvPr/>
            </p:nvGrpSpPr>
            <p:grpSpPr>
              <a:xfrm>
                <a:off x="8777160" y="6328440"/>
                <a:ext cx="1051200" cy="1094040"/>
                <a:chOff x="8777160" y="6328440"/>
                <a:chExt cx="1051200" cy="1094040"/>
              </a:xfrm>
            </p:grpSpPr>
            <p:sp>
              <p:nvSpPr>
                <p:cNvPr id="13" name=""/>
                <p:cNvSpPr/>
                <p:nvPr/>
              </p:nvSpPr>
              <p:spPr>
                <a:xfrm>
                  <a:off x="8777160" y="6328440"/>
                  <a:ext cx="1051200" cy="1094040"/>
                </a:xfrm>
                <a:prstGeom prst="ellipse">
                  <a:avLst/>
                </a:prstGeom>
                <a:solidFill>
                  <a:srgbClr val="ff333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endParaRPr b="0" lang="en-US" sz="1800" spc="-1" strike="noStrike">
                    <a:solidFill>
                      <a:srgbClr val="ffffff"/>
                    </a:solidFill>
                    <a:latin typeface="Arial"/>
                  </a:endParaRPr>
                </a:p>
              </p:txBody>
            </p:sp>
            <p:sp>
              <p:nvSpPr>
                <p:cNvPr id="14" name=""/>
                <p:cNvSpPr/>
                <p:nvPr/>
              </p:nvSpPr>
              <p:spPr>
                <a:xfrm>
                  <a:off x="8896680" y="6847200"/>
                  <a:ext cx="142920" cy="334800"/>
                </a:xfrm>
                <a:custGeom>
                  <a:avLst/>
                  <a:gdLst>
                    <a:gd name="textAreaLeft" fmla="*/ 49320 w 142920"/>
                    <a:gd name="textAreaRight" fmla="*/ 143280 w 142920"/>
                    <a:gd name="textAreaTop" fmla="*/ 58320 h 334800"/>
                    <a:gd name="textAreaBottom" fmla="*/ 276480 h 334800"/>
                  </a:gdLst>
                  <a:ahLst/>
                  <a:rect l="textAreaLeft" t="textAreaTop" r="textAreaRight" b="textAreaBottom"/>
                  <a:pathLst>
                    <a:path w="21600" h="21600">
                      <a:moveTo>
                        <a:pt x="21600" y="0"/>
                      </a:moveTo>
                      <a:cubicBezTo>
                        <a:pt x="17880" y="2540"/>
                        <a:pt x="14160" y="5080"/>
                        <a:pt x="14160" y="10800"/>
                      </a:cubicBezTo>
                      <a:cubicBezTo>
                        <a:pt x="14160" y="16520"/>
                        <a:pt x="17880" y="19060"/>
                        <a:pt x="21600" y="21600"/>
                      </a:cubicBezTo>
                      <a:cubicBezTo>
                        <a:pt x="9740" y="21600"/>
                        <a:pt x="0" y="16730"/>
                        <a:pt x="0" y="10800"/>
                      </a:cubicBezTo>
                      <a:cubicBezTo>
                        <a:pt x="0" y="4870"/>
                        <a:pt x="9740" y="0"/>
                        <a:pt x="2160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15" name=""/>
                <p:cNvSpPr/>
                <p:nvPr/>
              </p:nvSpPr>
              <p:spPr>
                <a:xfrm>
                  <a:off x="9040320" y="6823440"/>
                  <a:ext cx="142920" cy="431280"/>
                </a:xfrm>
                <a:custGeom>
                  <a:avLst/>
                  <a:gdLst>
                    <a:gd name="textAreaLeft" fmla="*/ 49320 w 142920"/>
                    <a:gd name="textAreaRight" fmla="*/ 143280 w 142920"/>
                    <a:gd name="textAreaTop" fmla="*/ 74880 h 431280"/>
                    <a:gd name="textAreaBottom" fmla="*/ 356400 h 431280"/>
                  </a:gdLst>
                  <a:ahLst/>
                  <a:rect l="textAreaLeft" t="textAreaTop" r="textAreaRight" b="textAreaBottom"/>
                  <a:pathLst>
                    <a:path w="21600" h="21600">
                      <a:moveTo>
                        <a:pt x="21600" y="0"/>
                      </a:moveTo>
                      <a:cubicBezTo>
                        <a:pt x="17880" y="2540"/>
                        <a:pt x="14160" y="5080"/>
                        <a:pt x="14160" y="10800"/>
                      </a:cubicBezTo>
                      <a:cubicBezTo>
                        <a:pt x="14160" y="16520"/>
                        <a:pt x="17880" y="19060"/>
                        <a:pt x="21600" y="21600"/>
                      </a:cubicBezTo>
                      <a:cubicBezTo>
                        <a:pt x="9740" y="21600"/>
                        <a:pt x="0" y="16730"/>
                        <a:pt x="0" y="10800"/>
                      </a:cubicBezTo>
                      <a:cubicBezTo>
                        <a:pt x="0" y="4870"/>
                        <a:pt x="9740" y="0"/>
                        <a:pt x="2160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16" name=""/>
                <p:cNvSpPr/>
                <p:nvPr/>
              </p:nvSpPr>
              <p:spPr>
                <a:xfrm flipH="1">
                  <a:off x="9540360" y="6847560"/>
                  <a:ext cx="142920" cy="334800"/>
                </a:xfrm>
                <a:custGeom>
                  <a:avLst/>
                  <a:gdLst>
                    <a:gd name="textAreaLeft" fmla="*/ 49320 w 142920"/>
                    <a:gd name="textAreaRight" fmla="*/ 143280 w 142920"/>
                    <a:gd name="textAreaTop" fmla="*/ 58320 h 334800"/>
                    <a:gd name="textAreaBottom" fmla="*/ 276480 h 334800"/>
                  </a:gdLst>
                  <a:ahLst/>
                  <a:rect l="textAreaLeft" t="textAreaTop" r="textAreaRight" b="textAreaBottom"/>
                  <a:pathLst>
                    <a:path w="21600" h="21600">
                      <a:moveTo>
                        <a:pt x="21600" y="0"/>
                      </a:moveTo>
                      <a:cubicBezTo>
                        <a:pt x="17880" y="2540"/>
                        <a:pt x="14160" y="5080"/>
                        <a:pt x="14160" y="10800"/>
                      </a:cubicBezTo>
                      <a:cubicBezTo>
                        <a:pt x="14160" y="16520"/>
                        <a:pt x="17880" y="19060"/>
                        <a:pt x="21600" y="21600"/>
                      </a:cubicBezTo>
                      <a:cubicBezTo>
                        <a:pt x="9740" y="21600"/>
                        <a:pt x="0" y="16730"/>
                        <a:pt x="0" y="10800"/>
                      </a:cubicBezTo>
                      <a:cubicBezTo>
                        <a:pt x="0" y="4870"/>
                        <a:pt x="9740" y="0"/>
                        <a:pt x="2160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17" name=""/>
                <p:cNvSpPr/>
                <p:nvPr/>
              </p:nvSpPr>
              <p:spPr>
                <a:xfrm flipH="1">
                  <a:off x="9374760" y="6823440"/>
                  <a:ext cx="143280" cy="431640"/>
                </a:xfrm>
                <a:custGeom>
                  <a:avLst/>
                  <a:gdLst>
                    <a:gd name="textAreaLeft" fmla="*/ 49320 w 143280"/>
                    <a:gd name="textAreaRight" fmla="*/ 143640 w 143280"/>
                    <a:gd name="textAreaTop" fmla="*/ 74880 h 431640"/>
                    <a:gd name="textAreaBottom" fmla="*/ 356760 h 431640"/>
                  </a:gdLst>
                  <a:ahLst/>
                  <a:rect l="textAreaLeft" t="textAreaTop" r="textAreaRight" b="textAreaBottom"/>
                  <a:pathLst>
                    <a:path w="21600" h="21600">
                      <a:moveTo>
                        <a:pt x="21600" y="0"/>
                      </a:moveTo>
                      <a:cubicBezTo>
                        <a:pt x="17880" y="2540"/>
                        <a:pt x="14160" y="5080"/>
                        <a:pt x="14160" y="10800"/>
                      </a:cubicBezTo>
                      <a:cubicBezTo>
                        <a:pt x="14160" y="16520"/>
                        <a:pt x="17880" y="19060"/>
                        <a:pt x="21600" y="21600"/>
                      </a:cubicBezTo>
                      <a:cubicBezTo>
                        <a:pt x="9740" y="21600"/>
                        <a:pt x="0" y="16730"/>
                        <a:pt x="0" y="10800"/>
                      </a:cubicBezTo>
                      <a:cubicBezTo>
                        <a:pt x="0" y="4870"/>
                        <a:pt x="9740" y="0"/>
                        <a:pt x="2160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</p:grpSp>
        <p:grpSp>
          <p:nvGrpSpPr>
            <p:cNvPr id="18" name=""/>
            <p:cNvGrpSpPr/>
            <p:nvPr/>
          </p:nvGrpSpPr>
          <p:grpSpPr>
            <a:xfrm>
              <a:off x="8992440" y="6275520"/>
              <a:ext cx="621000" cy="477720"/>
              <a:chOff x="8992440" y="6275520"/>
              <a:chExt cx="621000" cy="477720"/>
            </a:xfrm>
          </p:grpSpPr>
          <p:sp>
            <p:nvSpPr>
              <p:cNvPr id="19" name=""/>
              <p:cNvSpPr/>
              <p:nvPr/>
            </p:nvSpPr>
            <p:spPr>
              <a:xfrm>
                <a:off x="8992440" y="6275520"/>
                <a:ext cx="621000" cy="477720"/>
              </a:xfrm>
              <a:prstGeom prst="ellipse">
                <a:avLst/>
              </a:pr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grpSp>
            <p:nvGrpSpPr>
              <p:cNvPr id="20" name=""/>
              <p:cNvGrpSpPr/>
              <p:nvPr/>
            </p:nvGrpSpPr>
            <p:grpSpPr>
              <a:xfrm>
                <a:off x="9070920" y="6317280"/>
                <a:ext cx="488880" cy="350280"/>
                <a:chOff x="9070920" y="6317280"/>
                <a:chExt cx="488880" cy="350280"/>
              </a:xfrm>
            </p:grpSpPr>
            <p:sp>
              <p:nvSpPr>
                <p:cNvPr id="21" name=""/>
                <p:cNvSpPr/>
                <p:nvPr/>
              </p:nvSpPr>
              <p:spPr>
                <a:xfrm flipH="1" rot="5400000">
                  <a:off x="9427680" y="6513120"/>
                  <a:ext cx="115200" cy="147960"/>
                </a:xfrm>
                <a:custGeom>
                  <a:avLst/>
                  <a:gdLst>
                    <a:gd name="textAreaLeft" fmla="*/ 57960 w 115200"/>
                    <a:gd name="textAreaRight" fmla="*/ 115920 w 115200"/>
                    <a:gd name="textAreaTop" fmla="*/ 29520 h 147960"/>
                    <a:gd name="textAreaBottom" fmla="*/ 118440 h 147960"/>
                  </a:gdLst>
                  <a:ahLst/>
                  <a:rect l="textAreaLeft" t="textAreaTop" r="textAreaRight" b="textAreaBottom"/>
                  <a:pathLst>
                    <a:path w="21600" h="21600">
                      <a:moveTo>
                        <a:pt x="21600" y="0"/>
                      </a:moveTo>
                      <a:cubicBezTo>
                        <a:pt x="16200" y="1938"/>
                        <a:pt x="10800" y="5080"/>
                        <a:pt x="10800" y="10800"/>
                      </a:cubicBezTo>
                      <a:cubicBezTo>
                        <a:pt x="10800" y="16520"/>
                        <a:pt x="16200" y="19662"/>
                        <a:pt x="21600" y="21600"/>
                      </a:cubicBezTo>
                      <a:cubicBezTo>
                        <a:pt x="9740" y="21600"/>
                        <a:pt x="0" y="16730"/>
                        <a:pt x="0" y="10800"/>
                      </a:cubicBezTo>
                      <a:cubicBezTo>
                        <a:pt x="0" y="4870"/>
                        <a:pt x="9740" y="0"/>
                        <a:pt x="21600" y="0"/>
                      </a:cubicBezTo>
                      <a:close/>
                    </a:path>
                  </a:pathLst>
                </a:custGeom>
                <a:solidFill>
                  <a:srgbClr val="ff333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3920" bIns="43920" anchor="ctr">
                  <a:noAutofit/>
                </a:bodyPr>
                <a:p>
                  <a:endParaRPr b="0" lang="en-US" sz="1800" spc="-1" strike="noStrike">
                    <a:solidFill>
                      <a:srgbClr val="ffffff"/>
                    </a:solidFill>
                    <a:latin typeface="Arial"/>
                  </a:endParaRPr>
                </a:p>
              </p:txBody>
            </p:sp>
            <p:sp>
              <p:nvSpPr>
                <p:cNvPr id="22" name=""/>
                <p:cNvSpPr/>
                <p:nvPr/>
              </p:nvSpPr>
              <p:spPr>
                <a:xfrm>
                  <a:off x="9398520" y="6442920"/>
                  <a:ext cx="72000" cy="70920"/>
                </a:xfrm>
                <a:prstGeom prst="ellipse">
                  <a:avLst/>
                </a:prstGeom>
                <a:solidFill>
                  <a:srgbClr val="ff333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5760" bIns="5760" anchor="ctr">
                  <a:noAutofit/>
                </a:bodyPr>
                <a:p>
                  <a:endParaRPr b="0" lang="en-US" sz="1800" spc="-1" strike="noStrike">
                    <a:solidFill>
                      <a:srgbClr val="ffffff"/>
                    </a:solidFill>
                    <a:latin typeface="Arial"/>
                  </a:endParaRPr>
                </a:p>
              </p:txBody>
            </p:sp>
            <p:sp>
              <p:nvSpPr>
                <p:cNvPr id="23" name=""/>
                <p:cNvSpPr/>
                <p:nvPr/>
              </p:nvSpPr>
              <p:spPr>
                <a:xfrm>
                  <a:off x="9374760" y="6395400"/>
                  <a:ext cx="143280" cy="143640"/>
                </a:xfrm>
                <a:prstGeom prst="ellipse">
                  <a:avLst/>
                </a:prstGeom>
                <a:noFill/>
                <a:ln w="0">
                  <a:solidFill>
                    <a:srgbClr val="ff3333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24" name=""/>
                <p:cNvSpPr/>
                <p:nvPr/>
              </p:nvSpPr>
              <p:spPr>
                <a:xfrm flipH="1" rot="4500000">
                  <a:off x="9110520" y="6508800"/>
                  <a:ext cx="106560" cy="164160"/>
                </a:xfrm>
                <a:custGeom>
                  <a:avLst/>
                  <a:gdLst>
                    <a:gd name="textAreaLeft" fmla="*/ 53640 w 106560"/>
                    <a:gd name="textAreaRight" fmla="*/ 107280 w 106560"/>
                    <a:gd name="textAreaTop" fmla="*/ 32760 h 164160"/>
                    <a:gd name="textAreaBottom" fmla="*/ 131400 h 164160"/>
                  </a:gdLst>
                  <a:ahLst/>
                  <a:rect l="textAreaLeft" t="textAreaTop" r="textAreaRight" b="textAreaBottom"/>
                  <a:pathLst>
                    <a:path w="21600" h="21600">
                      <a:moveTo>
                        <a:pt x="21600" y="0"/>
                      </a:moveTo>
                      <a:cubicBezTo>
                        <a:pt x="16200" y="1938"/>
                        <a:pt x="10800" y="5080"/>
                        <a:pt x="10800" y="10800"/>
                      </a:cubicBezTo>
                      <a:cubicBezTo>
                        <a:pt x="10800" y="16520"/>
                        <a:pt x="16200" y="19662"/>
                        <a:pt x="21600" y="21600"/>
                      </a:cubicBezTo>
                      <a:cubicBezTo>
                        <a:pt x="9740" y="21600"/>
                        <a:pt x="0" y="16730"/>
                        <a:pt x="0" y="10800"/>
                      </a:cubicBezTo>
                      <a:cubicBezTo>
                        <a:pt x="0" y="4870"/>
                        <a:pt x="9740" y="0"/>
                        <a:pt x="21600" y="0"/>
                      </a:cubicBezTo>
                      <a:close/>
                    </a:path>
                  </a:pathLst>
                </a:custGeom>
                <a:solidFill>
                  <a:srgbClr val="ff333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800" spc="-1" strike="noStrike">
                    <a:solidFill>
                      <a:srgbClr val="ffffff"/>
                    </a:solidFill>
                    <a:latin typeface="Arial"/>
                  </a:endParaRPr>
                </a:p>
              </p:txBody>
            </p:sp>
            <p:sp>
              <p:nvSpPr>
                <p:cNvPr id="25" name=""/>
                <p:cNvSpPr/>
                <p:nvPr/>
              </p:nvSpPr>
              <p:spPr>
                <a:xfrm>
                  <a:off x="9159120" y="6442920"/>
                  <a:ext cx="72360" cy="70920"/>
                </a:xfrm>
                <a:prstGeom prst="ellipse">
                  <a:avLst/>
                </a:prstGeom>
                <a:solidFill>
                  <a:srgbClr val="ff333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5760" bIns="5760" anchor="ctr">
                  <a:noAutofit/>
                </a:bodyPr>
                <a:p>
                  <a:endParaRPr b="0" lang="en-US" sz="1800" spc="-1" strike="noStrike">
                    <a:solidFill>
                      <a:srgbClr val="ffffff"/>
                    </a:solidFill>
                    <a:latin typeface="Arial"/>
                  </a:endParaRPr>
                </a:p>
              </p:txBody>
            </p:sp>
            <p:sp>
              <p:nvSpPr>
                <p:cNvPr id="26" name=""/>
                <p:cNvSpPr/>
                <p:nvPr/>
              </p:nvSpPr>
              <p:spPr>
                <a:xfrm>
                  <a:off x="9111600" y="6395400"/>
                  <a:ext cx="143280" cy="143640"/>
                </a:xfrm>
                <a:prstGeom prst="ellipse">
                  <a:avLst/>
                </a:prstGeom>
                <a:noFill/>
                <a:ln w="0">
                  <a:solidFill>
                    <a:srgbClr val="ff3333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grpSp>
              <p:nvGrpSpPr>
                <p:cNvPr id="27" name=""/>
                <p:cNvGrpSpPr/>
                <p:nvPr/>
              </p:nvGrpSpPr>
              <p:grpSpPr>
                <a:xfrm>
                  <a:off x="9112320" y="6317280"/>
                  <a:ext cx="389520" cy="101880"/>
                  <a:chOff x="9112320" y="6317280"/>
                  <a:chExt cx="389520" cy="101880"/>
                </a:xfrm>
              </p:grpSpPr>
              <p:sp>
                <p:nvSpPr>
                  <p:cNvPr id="28" name=""/>
                  <p:cNvSpPr/>
                  <p:nvPr/>
                </p:nvSpPr>
                <p:spPr>
                  <a:xfrm rot="900000">
                    <a:off x="9117000" y="6337800"/>
                    <a:ext cx="165240" cy="60840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rgbClr val="ff3333"/>
                  </a:soli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rIns="90000" tIns="10080" bIns="10080" anchor="ctr">
                    <a:noAutofit/>
                  </a:bodyPr>
                  <a:p>
                    <a:endParaRPr b="0" lang="en-US" sz="1800" spc="-1" strike="noStrike">
                      <a:solidFill>
                        <a:srgbClr val="ffffff"/>
                      </a:solidFill>
                      <a:latin typeface="Arial"/>
                    </a:endParaRPr>
                  </a:p>
                </p:txBody>
              </p:sp>
              <p:sp>
                <p:nvSpPr>
                  <p:cNvPr id="29" name=""/>
                  <p:cNvSpPr/>
                  <p:nvPr/>
                </p:nvSpPr>
                <p:spPr>
                  <a:xfrm rot="9900000">
                    <a:off x="9331560" y="6337800"/>
                    <a:ext cx="164880" cy="60840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rgbClr val="ff3333"/>
                  </a:soli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rIns="90000" tIns="10080" bIns="10080" anchor="ctr">
                    <a:noAutofit/>
                  </a:bodyPr>
                  <a:p>
                    <a:endParaRPr b="0" lang="en-US" sz="1800" spc="-1" strike="noStrike">
                      <a:solidFill>
                        <a:srgbClr val="ffffff"/>
                      </a:solidFill>
                      <a:latin typeface="Arial"/>
                    </a:endParaRPr>
                  </a:p>
                </p:txBody>
              </p:sp>
            </p:grpSp>
            <p:sp>
              <p:nvSpPr>
                <p:cNvPr id="30" name=""/>
                <p:cNvSpPr/>
                <p:nvPr/>
              </p:nvSpPr>
              <p:spPr>
                <a:xfrm>
                  <a:off x="9214560" y="6633720"/>
                  <a:ext cx="203400" cy="21240"/>
                </a:xfrm>
                <a:custGeom>
                  <a:avLst/>
                  <a:gdLst/>
                  <a:ahLst/>
                  <a:rect l="0" t="0" r="r" b="b"/>
                  <a:pathLst>
                    <a:path fill="none" w="565" h="59">
                      <a:moveTo>
                        <a:pt x="0" y="30"/>
                      </a:moveTo>
                      <a:lnTo>
                        <a:pt x="297" y="0"/>
                      </a:lnTo>
                      <a:lnTo>
                        <a:pt x="565" y="59"/>
                      </a:lnTo>
                    </a:path>
                  </a:pathLst>
                </a:custGeom>
                <a:ln w="36000">
                  <a:solidFill>
                    <a:srgbClr val="ff3333"/>
                  </a:solidFill>
                  <a:round/>
                </a:ln>
              </p:spPr>
              <p:txBody>
                <a:bodyPr lIns="18000" rIns="18000" tIns="3240" bIns="324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</p:grpSp>
      </p:grpSp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4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ftr" idx="5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sldNum" idx="6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F2B6A68D-C621-43D3-9291-1DD45F63B069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2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"/>
          <p:cNvGrpSpPr/>
          <p:nvPr/>
        </p:nvGrpSpPr>
        <p:grpSpPr>
          <a:xfrm>
            <a:off x="8856000" y="6495840"/>
            <a:ext cx="925200" cy="884160"/>
            <a:chOff x="8856000" y="6495840"/>
            <a:chExt cx="925200" cy="884160"/>
          </a:xfrm>
        </p:grpSpPr>
        <p:grpSp>
          <p:nvGrpSpPr>
            <p:cNvPr id="39" name=""/>
            <p:cNvGrpSpPr/>
            <p:nvPr/>
          </p:nvGrpSpPr>
          <p:grpSpPr>
            <a:xfrm>
              <a:off x="8856000" y="6495840"/>
              <a:ext cx="925200" cy="884160"/>
              <a:chOff x="8856000" y="6495840"/>
              <a:chExt cx="925200" cy="884160"/>
            </a:xfrm>
          </p:grpSpPr>
          <p:sp>
            <p:nvSpPr>
              <p:cNvPr id="40" name=""/>
              <p:cNvSpPr/>
              <p:nvPr/>
            </p:nvSpPr>
            <p:spPr>
              <a:xfrm>
                <a:off x="9097560" y="6495840"/>
                <a:ext cx="441000" cy="441000"/>
              </a:xfrm>
              <a:prstGeom prst="ellipse">
                <a:avLst/>
              </a:prstGeom>
              <a:solidFill>
                <a:srgbClr val="ff333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ctr">
                <a:noAutofit/>
              </a:bodyPr>
              <a:p>
                <a:endParaRPr b="0" lang="en-US" sz="2400" spc="-1" strike="noStrike">
                  <a:solidFill>
                    <a:srgbClr val="ffffff"/>
                  </a:solidFill>
                  <a:latin typeface="Times New Roman"/>
                </a:endParaRPr>
              </a:p>
            </p:txBody>
          </p:sp>
          <p:sp>
            <p:nvSpPr>
              <p:cNvPr id="41" name=""/>
              <p:cNvSpPr/>
              <p:nvPr/>
            </p:nvSpPr>
            <p:spPr>
              <a:xfrm>
                <a:off x="8856000" y="6656760"/>
                <a:ext cx="441000" cy="441000"/>
              </a:xfrm>
              <a:prstGeom prst="ellipse">
                <a:avLst/>
              </a:prstGeom>
              <a:solidFill>
                <a:srgbClr val="ff333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ctr">
                <a:noAutofit/>
              </a:bodyPr>
              <a:p>
                <a:endParaRPr b="0" lang="en-US" sz="2400" spc="-1" strike="noStrike">
                  <a:solidFill>
                    <a:srgbClr val="ffffff"/>
                  </a:solidFill>
                  <a:latin typeface="Times New Roman"/>
                </a:endParaRPr>
              </a:p>
            </p:txBody>
          </p:sp>
          <p:sp>
            <p:nvSpPr>
              <p:cNvPr id="42" name=""/>
              <p:cNvSpPr/>
              <p:nvPr/>
            </p:nvSpPr>
            <p:spPr>
              <a:xfrm>
                <a:off x="9339480" y="6656760"/>
                <a:ext cx="441720" cy="441000"/>
              </a:xfrm>
              <a:prstGeom prst="ellipse">
                <a:avLst/>
              </a:prstGeom>
              <a:solidFill>
                <a:srgbClr val="ff333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ctr">
                <a:noAutofit/>
              </a:bodyPr>
              <a:p>
                <a:endParaRPr b="0" lang="en-US" sz="2400" spc="-1" strike="noStrike">
                  <a:solidFill>
                    <a:srgbClr val="ffffff"/>
                  </a:solidFill>
                  <a:latin typeface="Times New Roman"/>
                </a:endParaRPr>
              </a:p>
            </p:txBody>
          </p:sp>
          <p:sp>
            <p:nvSpPr>
              <p:cNvPr id="43" name=""/>
              <p:cNvSpPr/>
              <p:nvPr/>
            </p:nvSpPr>
            <p:spPr>
              <a:xfrm>
                <a:off x="8936640" y="6939000"/>
                <a:ext cx="441000" cy="441000"/>
              </a:xfrm>
              <a:prstGeom prst="ellipse">
                <a:avLst/>
              </a:prstGeom>
              <a:solidFill>
                <a:srgbClr val="ff333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ctr">
                <a:noAutofit/>
              </a:bodyPr>
              <a:p>
                <a:endParaRPr b="0" lang="en-US" sz="2400" spc="-1" strike="noStrike">
                  <a:solidFill>
                    <a:srgbClr val="ffffff"/>
                  </a:solidFill>
                  <a:latin typeface="Times New Roman"/>
                </a:endParaRPr>
              </a:p>
            </p:txBody>
          </p:sp>
          <p:sp>
            <p:nvSpPr>
              <p:cNvPr id="44" name=""/>
              <p:cNvSpPr/>
              <p:nvPr/>
            </p:nvSpPr>
            <p:spPr>
              <a:xfrm>
                <a:off x="9259560" y="6939000"/>
                <a:ext cx="439560" cy="441000"/>
              </a:xfrm>
              <a:prstGeom prst="ellipse">
                <a:avLst/>
              </a:prstGeom>
              <a:solidFill>
                <a:srgbClr val="ff333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ctr">
                <a:noAutofit/>
              </a:bodyPr>
              <a:p>
                <a:endParaRPr b="0" lang="en-US" sz="2400" spc="-1" strike="noStrike">
                  <a:solidFill>
                    <a:srgbClr val="ffffff"/>
                  </a:solidFill>
                  <a:latin typeface="Times New Roman"/>
                </a:endParaRPr>
              </a:p>
            </p:txBody>
          </p:sp>
          <p:sp>
            <p:nvSpPr>
              <p:cNvPr id="45" name=""/>
              <p:cNvSpPr/>
              <p:nvPr/>
            </p:nvSpPr>
            <p:spPr>
              <a:xfrm>
                <a:off x="9097560" y="6737400"/>
                <a:ext cx="441000" cy="441000"/>
              </a:xfrm>
              <a:prstGeom prst="ellipse">
                <a:avLst/>
              </a:prstGeom>
              <a:solidFill>
                <a:srgbClr val="ff333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ctr">
                <a:noAutofit/>
              </a:bodyPr>
              <a:p>
                <a:endParaRPr b="0" lang="en-US" sz="2400" spc="-1" strike="noStrike">
                  <a:solidFill>
                    <a:srgbClr val="ffffff"/>
                  </a:solidFill>
                  <a:latin typeface="Times New Roman"/>
                </a:endParaRPr>
              </a:p>
            </p:txBody>
          </p:sp>
        </p:grpSp>
        <p:grpSp>
          <p:nvGrpSpPr>
            <p:cNvPr id="46" name=""/>
            <p:cNvGrpSpPr/>
            <p:nvPr/>
          </p:nvGrpSpPr>
          <p:grpSpPr>
            <a:xfrm>
              <a:off x="9093960" y="6716520"/>
              <a:ext cx="448200" cy="444240"/>
              <a:chOff x="9093960" y="6716520"/>
              <a:chExt cx="448200" cy="444240"/>
            </a:xfrm>
          </p:grpSpPr>
          <p:grpSp>
            <p:nvGrpSpPr>
              <p:cNvPr id="47" name=""/>
              <p:cNvGrpSpPr/>
              <p:nvPr/>
            </p:nvGrpSpPr>
            <p:grpSpPr>
              <a:xfrm>
                <a:off x="9108360" y="6944400"/>
                <a:ext cx="218160" cy="213120"/>
                <a:chOff x="9108360" y="6944400"/>
                <a:chExt cx="218160" cy="213120"/>
              </a:xfrm>
            </p:grpSpPr>
            <p:sp>
              <p:nvSpPr>
                <p:cNvPr id="48" name=""/>
                <p:cNvSpPr/>
                <p:nvPr/>
              </p:nvSpPr>
              <p:spPr>
                <a:xfrm flipV="1">
                  <a:off x="9186120" y="6944400"/>
                  <a:ext cx="140400" cy="140400"/>
                </a:xfrm>
                <a:prstGeom prst="line">
                  <a:avLst/>
                </a:prstGeom>
                <a:ln w="36000">
                  <a:solidFill>
                    <a:srgbClr val="ffffff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18000" rIns="18000" tIns="18000" bIns="18000" anchor="ctr">
                  <a:noAutofit/>
                </a:bodyPr>
                <a:p>
                  <a:endParaRPr b="0" lang="en-US" sz="2400" spc="-1" strike="noStrike">
                    <a:solidFill>
                      <a:srgbClr val="000000"/>
                    </a:solidFill>
                    <a:latin typeface="Times New Roman"/>
                  </a:endParaRPr>
                </a:p>
              </p:txBody>
            </p:sp>
            <p:sp>
              <p:nvSpPr>
                <p:cNvPr id="49" name=""/>
                <p:cNvSpPr/>
                <p:nvPr/>
              </p:nvSpPr>
              <p:spPr>
                <a:xfrm flipV="1" rot="2700000">
                  <a:off x="9133200" y="7010280"/>
                  <a:ext cx="121320" cy="121320"/>
                </a:xfrm>
                <a:prstGeom prst="ellipse">
                  <a:avLst/>
                </a:prstGeom>
                <a:solidFill>
                  <a:srgbClr val="ffffff"/>
                </a:solidFill>
                <a:ln w="10800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0" rIns="0" tIns="0" bIns="0" anchor="ctr">
                  <a:noAutofit/>
                </a:bodyPr>
                <a:p>
                  <a:endParaRPr b="0" lang="en-US" sz="2400" spc="-1" strike="noStrike">
                    <a:solidFill>
                      <a:srgbClr val="000000"/>
                    </a:solidFill>
                    <a:latin typeface="Times New Roman"/>
                  </a:endParaRPr>
                </a:p>
              </p:txBody>
            </p:sp>
          </p:grpSp>
          <p:grpSp>
            <p:nvGrpSpPr>
              <p:cNvPr id="50" name=""/>
              <p:cNvGrpSpPr/>
              <p:nvPr/>
            </p:nvGrpSpPr>
            <p:grpSpPr>
              <a:xfrm>
                <a:off x="9316080" y="6944760"/>
                <a:ext cx="210960" cy="216000"/>
                <a:chOff x="9316080" y="6944760"/>
                <a:chExt cx="210960" cy="216000"/>
              </a:xfrm>
            </p:grpSpPr>
            <p:sp>
              <p:nvSpPr>
                <p:cNvPr id="51" name=""/>
                <p:cNvSpPr/>
                <p:nvPr/>
              </p:nvSpPr>
              <p:spPr>
                <a:xfrm flipH="1" flipV="1">
                  <a:off x="9316080" y="6944760"/>
                  <a:ext cx="140400" cy="140400"/>
                </a:xfrm>
                <a:prstGeom prst="line">
                  <a:avLst/>
                </a:prstGeom>
                <a:ln w="36000">
                  <a:solidFill>
                    <a:srgbClr val="ffffff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18000" rIns="18000" tIns="18000" bIns="18000" anchor="ctr">
                  <a:noAutofit/>
                </a:bodyPr>
                <a:p>
                  <a:endParaRPr b="0" lang="en-US" sz="2400" spc="-1" strike="noStrike">
                    <a:solidFill>
                      <a:srgbClr val="000000"/>
                    </a:solidFill>
                    <a:latin typeface="Times New Roman"/>
                  </a:endParaRPr>
                </a:p>
              </p:txBody>
            </p:sp>
            <p:sp>
              <p:nvSpPr>
                <p:cNvPr id="52" name=""/>
                <p:cNvSpPr/>
                <p:nvPr/>
              </p:nvSpPr>
              <p:spPr>
                <a:xfrm flipH="1" flipV="1" rot="18900000">
                  <a:off x="9379800" y="7014240"/>
                  <a:ext cx="121320" cy="121320"/>
                </a:xfrm>
                <a:prstGeom prst="ellipse">
                  <a:avLst/>
                </a:prstGeom>
                <a:solidFill>
                  <a:srgbClr val="ffffff"/>
                </a:solidFill>
                <a:ln w="10800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0" rIns="0" tIns="0" bIns="0" anchor="ctr">
                  <a:noAutofit/>
                </a:bodyPr>
                <a:p>
                  <a:endParaRPr b="0" lang="en-US" sz="2400" spc="-1" strike="noStrike">
                    <a:solidFill>
                      <a:srgbClr val="000000"/>
                    </a:solidFill>
                    <a:latin typeface="Times New Roman"/>
                  </a:endParaRPr>
                </a:p>
              </p:txBody>
            </p:sp>
          </p:grpSp>
          <p:grpSp>
            <p:nvGrpSpPr>
              <p:cNvPr id="53" name=""/>
              <p:cNvGrpSpPr/>
              <p:nvPr/>
            </p:nvGrpSpPr>
            <p:grpSpPr>
              <a:xfrm>
                <a:off x="9093960" y="6840720"/>
                <a:ext cx="226080" cy="129960"/>
                <a:chOff x="9093960" y="6840720"/>
                <a:chExt cx="226080" cy="129960"/>
              </a:xfrm>
            </p:grpSpPr>
            <p:sp>
              <p:nvSpPr>
                <p:cNvPr id="54" name=""/>
                <p:cNvSpPr/>
                <p:nvPr/>
              </p:nvSpPr>
              <p:spPr>
                <a:xfrm>
                  <a:off x="9150840" y="6904440"/>
                  <a:ext cx="169200" cy="45720"/>
                </a:xfrm>
                <a:prstGeom prst="line">
                  <a:avLst/>
                </a:prstGeom>
                <a:ln w="36000">
                  <a:solidFill>
                    <a:srgbClr val="ffffff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18000" rIns="18000" tIns="18000" bIns="18000" anchor="ctr">
                  <a:noAutofit/>
                </a:bodyPr>
                <a:p>
                  <a:endParaRPr b="0" lang="en-US" sz="2400" spc="-1" strike="noStrike">
                    <a:solidFill>
                      <a:srgbClr val="000000"/>
                    </a:solidFill>
                    <a:latin typeface="Times New Roman"/>
                  </a:endParaRPr>
                </a:p>
              </p:txBody>
            </p:sp>
            <p:sp>
              <p:nvSpPr>
                <p:cNvPr id="55" name=""/>
                <p:cNvSpPr/>
                <p:nvPr/>
              </p:nvSpPr>
              <p:spPr>
                <a:xfrm rot="17100000">
                  <a:off x="9106200" y="6851880"/>
                  <a:ext cx="105120" cy="106560"/>
                </a:xfrm>
                <a:prstGeom prst="ellipse">
                  <a:avLst/>
                </a:prstGeom>
                <a:solidFill>
                  <a:srgbClr val="ffffff"/>
                </a:solidFill>
                <a:ln w="10800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0" rIns="0" tIns="0" bIns="0" anchor="ctr">
                  <a:noAutofit/>
                </a:bodyPr>
                <a:p>
                  <a:endParaRPr b="0" lang="en-US" sz="2400" spc="-1" strike="noStrike">
                    <a:solidFill>
                      <a:srgbClr val="000000"/>
                    </a:solidFill>
                    <a:latin typeface="Times New Roman"/>
                  </a:endParaRPr>
                </a:p>
              </p:txBody>
            </p:sp>
          </p:grpSp>
          <p:grpSp>
            <p:nvGrpSpPr>
              <p:cNvPr id="56" name=""/>
              <p:cNvGrpSpPr/>
              <p:nvPr/>
            </p:nvGrpSpPr>
            <p:grpSpPr>
              <a:xfrm>
                <a:off x="9318600" y="6834240"/>
                <a:ext cx="223560" cy="128520"/>
                <a:chOff x="9318600" y="6834240"/>
                <a:chExt cx="223560" cy="128520"/>
              </a:xfrm>
            </p:grpSpPr>
            <p:sp>
              <p:nvSpPr>
                <p:cNvPr id="57" name=""/>
                <p:cNvSpPr/>
                <p:nvPr/>
              </p:nvSpPr>
              <p:spPr>
                <a:xfrm flipH="1">
                  <a:off x="9318600" y="6898320"/>
                  <a:ext cx="169200" cy="45000"/>
                </a:xfrm>
                <a:prstGeom prst="line">
                  <a:avLst/>
                </a:prstGeom>
                <a:ln w="36000">
                  <a:solidFill>
                    <a:srgbClr val="ffffff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18000" rIns="18000" tIns="18000" bIns="18000" anchor="ctr">
                  <a:noAutofit/>
                </a:bodyPr>
                <a:p>
                  <a:endParaRPr b="0" lang="en-US" sz="2400" spc="-1" strike="noStrike">
                    <a:solidFill>
                      <a:srgbClr val="000000"/>
                    </a:solidFill>
                    <a:latin typeface="Times New Roman"/>
                  </a:endParaRPr>
                </a:p>
              </p:txBody>
            </p:sp>
            <p:sp>
              <p:nvSpPr>
                <p:cNvPr id="58" name=""/>
                <p:cNvSpPr/>
                <p:nvPr/>
              </p:nvSpPr>
              <p:spPr>
                <a:xfrm flipH="1" rot="4503600">
                  <a:off x="9423720" y="6845760"/>
                  <a:ext cx="106200" cy="106200"/>
                </a:xfrm>
                <a:prstGeom prst="ellipse">
                  <a:avLst/>
                </a:prstGeom>
                <a:solidFill>
                  <a:srgbClr val="ffffff"/>
                </a:solidFill>
                <a:ln w="10800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0" rIns="0" tIns="0" bIns="0" anchor="ctr">
                  <a:noAutofit/>
                </a:bodyPr>
                <a:p>
                  <a:endParaRPr b="0" lang="en-US" sz="2400" spc="-1" strike="noStrike">
                    <a:solidFill>
                      <a:srgbClr val="000000"/>
                    </a:solidFill>
                    <a:latin typeface="Times New Roman"/>
                  </a:endParaRPr>
                </a:p>
              </p:txBody>
            </p:sp>
          </p:grpSp>
          <p:grpSp>
            <p:nvGrpSpPr>
              <p:cNvPr id="59" name=""/>
              <p:cNvGrpSpPr/>
              <p:nvPr/>
            </p:nvGrpSpPr>
            <p:grpSpPr>
              <a:xfrm>
                <a:off x="9259560" y="6716520"/>
                <a:ext cx="120960" cy="246240"/>
                <a:chOff x="9259560" y="6716520"/>
                <a:chExt cx="120960" cy="246240"/>
              </a:xfrm>
            </p:grpSpPr>
            <p:sp>
              <p:nvSpPr>
                <p:cNvPr id="60" name=""/>
                <p:cNvSpPr/>
                <p:nvPr/>
              </p:nvSpPr>
              <p:spPr>
                <a:xfrm>
                  <a:off x="9316080" y="6764040"/>
                  <a:ext cx="0" cy="198720"/>
                </a:xfrm>
                <a:prstGeom prst="line">
                  <a:avLst/>
                </a:prstGeom>
                <a:ln w="36000">
                  <a:solidFill>
                    <a:srgbClr val="ffffff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18000" rIns="18000" tIns="18000" bIns="18000" anchor="ctr">
                  <a:noAutofit/>
                </a:bodyPr>
                <a:p>
                  <a:endParaRPr b="0" lang="en-US" sz="2400" spc="-1" strike="noStrike">
                    <a:solidFill>
                      <a:srgbClr val="000000"/>
                    </a:solidFill>
                    <a:latin typeface="Times New Roman"/>
                  </a:endParaRPr>
                </a:p>
              </p:txBody>
            </p:sp>
            <p:sp>
              <p:nvSpPr>
                <p:cNvPr id="61" name=""/>
                <p:cNvSpPr/>
                <p:nvPr/>
              </p:nvSpPr>
              <p:spPr>
                <a:xfrm flipV="1" rot="10801800">
                  <a:off x="9259560" y="6716160"/>
                  <a:ext cx="120960" cy="121320"/>
                </a:xfrm>
                <a:prstGeom prst="ellipse">
                  <a:avLst/>
                </a:prstGeom>
                <a:solidFill>
                  <a:srgbClr val="ffffff"/>
                </a:solidFill>
                <a:ln w="10800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0" rIns="0" tIns="0" bIns="0" anchor="ctr">
                  <a:noAutofit/>
                </a:bodyPr>
                <a:p>
                  <a:endParaRPr b="0" lang="en-US" sz="2400" spc="-1" strike="noStrike">
                    <a:solidFill>
                      <a:srgbClr val="000000"/>
                    </a:solidFill>
                    <a:latin typeface="Times New Roman"/>
                  </a:endParaRPr>
                </a:p>
              </p:txBody>
            </p:sp>
          </p:grpSp>
        </p:grpSp>
      </p:grpSp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dt" idx="7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ftr" idx="8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5"/>
          <p:cNvSpPr>
            <a:spLocks noGrp="1"/>
          </p:cNvSpPr>
          <p:nvPr>
            <p:ph type="sldNum" idx="9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03B5B6C7-1F20-464E-B6FF-AD51CE7ADE00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4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504000" y="985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504000" y="2340000"/>
            <a:ext cx="9071640" cy="406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dt" idx="10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ftr" idx="11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sldNum" idx="12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DDA149DC-9414-43A7-8187-3757A2840B1B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6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504000" y="553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subTitle"/>
          </p:nvPr>
        </p:nvSpPr>
        <p:spPr>
          <a:xfrm>
            <a:off x="504000" y="2016000"/>
            <a:ext cx="9071640" cy="413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504000" y="985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504000" y="2340000"/>
            <a:ext cx="9071640" cy="406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2026-10-19T16:21:55Z</dcterms:created>
  <dc:creator/>
  <dc:description/>
  <dc:language>en-US</dc:language>
  <cp:lastModifiedBy/>
  <cp:revision>1</cp:revision>
  <dc:subject/>
  <dc:title/>
</cp:coreProperties>
</file>