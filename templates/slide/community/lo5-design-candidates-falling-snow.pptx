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u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913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EAD42-0103-4908-9C20-3762E145C2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uki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913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90AE8D-4045-4B98-AA5B-798F1673C0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rcRect l="5819" t="1285" r="651" b="0"/>
          <a:stretch/>
        </p:blipFill>
        <p:spPr>
          <a:xfrm>
            <a:off x="-421920" y="-56880"/>
            <a:ext cx="10517760" cy="76168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6ECA0D5-1FF3-4537-817C-B00341BE538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-1116000" y="-272880"/>
            <a:ext cx="11343960" cy="8008920"/>
          </a:xfrm>
          <a:prstGeom prst="rect">
            <a:avLst/>
          </a:prstGeom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209160" y="612720"/>
            <a:ext cx="9655200" cy="6336000"/>
          </a:xfrm>
          <a:prstGeom prst="roundRect">
            <a:avLst>
              <a:gd name="adj" fmla="val 16667"/>
            </a:avLst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913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342160"/>
            <a:ext cx="9071640" cy="42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FFC0F90-F608-4B03-92EA-7F2DB035BAE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913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2026-10-19T16:21:56Z</dcterms:created>
  <dc:creator/>
  <dc:description/>
  <dc:language>en-US</dc:language>
  <cp:lastModifiedBy/>
  <cp:revision>1</cp:revision>
  <dc:subject/>
  <dc:title/>
</cp:coreProperties>
</file>