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he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68360" y="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1" lang="it-IT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98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Aft>
                <a:spcPts val="1417"/>
              </a:spcAft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C90E6F-B71D-471C-B84E-E6D3B821A06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66142" sy="66141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68360" y="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1" lang="it-IT" sz="4400" spc="-1" strike="noStrike">
                <a:solidFill>
                  <a:srgbClr val="ffffff"/>
                </a:solidFill>
                <a:latin typeface="Arial"/>
              </a:rPr>
              <a:t>Muokkaa otsikon tekstimuotoa napsauttamalla</a:t>
            </a:r>
            <a:endParaRPr b="1" lang="it-IT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98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Aft>
                <a:spcPts val="1417"/>
              </a:spcAft>
              <a:buClr>
                <a:srgbClr val="0066cc"/>
              </a:buClr>
              <a:buSzPct val="45000"/>
              <a:buFont typeface="Wingdings" charset="2"/>
              <a:buChar char=""/>
            </a:pPr>
            <a:r>
              <a:rPr b="0" lang="it-IT" sz="3200" spc="-1" strike="noStrike">
                <a:solidFill>
                  <a:srgbClr val="000000"/>
                </a:solidFill>
                <a:latin typeface="Arial"/>
              </a:rPr>
              <a:t>Muokkaa jäsennyksen tekstimuotoa napsauttamalla</a:t>
            </a: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288000">
              <a:lnSpc>
                <a:spcPct val="100000"/>
              </a:lnSpc>
              <a:spcAft>
                <a:spcPts val="1134"/>
              </a:spcAft>
              <a:buClr>
                <a:srgbClr val="0066cc"/>
              </a:buClr>
              <a:buSzPct val="45000"/>
              <a:buFont typeface="Wingdings" charset="2"/>
              <a:buChar char=""/>
            </a:pPr>
            <a:r>
              <a:rPr b="0" lang="it-IT" sz="2800" spc="-1" strike="noStrike">
                <a:solidFill>
                  <a:srgbClr val="000000"/>
                </a:solidFill>
                <a:latin typeface="Arial"/>
                <a:ea typeface="DejaVu Sans"/>
              </a:rPr>
              <a:t>Toinen jäsennystaso</a:t>
            </a:r>
            <a:endParaRPr b="0" lang="it-IT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16000">
              <a:lnSpc>
                <a:spcPct val="100000"/>
              </a:lnSpc>
              <a:spcAft>
                <a:spcPts val="850"/>
              </a:spcAft>
              <a:buClr>
                <a:srgbClr val="0066cc"/>
              </a:buClr>
              <a:buSzPct val="45000"/>
              <a:buFont typeface="Wingdings" charset="2"/>
              <a:buChar char=""/>
            </a:pPr>
            <a:r>
              <a:rPr b="0" lang="it-IT" sz="2400" spc="-1" strike="noStrike">
                <a:solidFill>
                  <a:srgbClr val="000000"/>
                </a:solidFill>
                <a:latin typeface="Arial"/>
                <a:ea typeface="DejaVu Sans"/>
              </a:rPr>
              <a:t>Kolmas jäsennystaso</a:t>
            </a:r>
            <a:endParaRPr b="0" lang="it-IT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100000"/>
              </a:lnSpc>
              <a:spcAft>
                <a:spcPts val="567"/>
              </a:spcAft>
              <a:buClr>
                <a:srgbClr val="0066cc"/>
              </a:buClr>
              <a:buSzPct val="45000"/>
              <a:buFont typeface="Wingdings" charset="2"/>
              <a:buChar char="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  <a:ea typeface="DejaVu Sans"/>
              </a:rPr>
              <a:t>Neljäs jäsennystaso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100000"/>
              </a:lnSpc>
              <a:spcAft>
                <a:spcPts val="283"/>
              </a:spcAft>
              <a:buClr>
                <a:srgbClr val="0066cc"/>
              </a:buClr>
              <a:buSzPct val="45000"/>
              <a:buFont typeface="Wingdings" charset="2"/>
              <a:buChar char="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  <a:ea typeface="DejaVu Sans"/>
              </a:rPr>
              <a:t>Viides jäsennystaso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lnSpc>
                <a:spcPct val="100000"/>
              </a:lnSpc>
              <a:spcAft>
                <a:spcPts val="283"/>
              </a:spcAft>
              <a:buClr>
                <a:srgbClr val="0066cc"/>
              </a:buClr>
              <a:buSzPct val="45000"/>
              <a:buFont typeface="Wingdings" charset="2"/>
              <a:buChar char="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  <a:ea typeface="DejaVu Sans"/>
              </a:rPr>
              <a:t>Kuudes jäsennystaso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lnSpc>
                <a:spcPct val="100000"/>
              </a:lnSpc>
              <a:spcAft>
                <a:spcPts val="283"/>
              </a:spcAft>
              <a:buClr>
                <a:srgbClr val="0066cc"/>
              </a:buClr>
              <a:buSzPct val="45000"/>
              <a:buFont typeface="Wingdings" charset="2"/>
              <a:buChar char="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  <a:ea typeface="DejaVu Sans"/>
              </a:rPr>
              <a:t>Seitsemäs jäsennystaso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  <a:p>
            <a:pPr lvl="7" marL="3456000" indent="-216000">
              <a:lnSpc>
                <a:spcPct val="100000"/>
              </a:lnSpc>
              <a:spcAft>
                <a:spcPts val="283"/>
              </a:spcAft>
              <a:buClr>
                <a:srgbClr val="0066cc"/>
              </a:buClr>
              <a:buSzPct val="45000"/>
              <a:buFont typeface="Wingdings" charset="2"/>
              <a:buChar char="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  <a:ea typeface="DejaVu Sans"/>
              </a:rPr>
              <a:t>Kahdeksas jäsennystaso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  <a:p>
            <a:pPr lvl="8" marL="3888000" indent="-216000">
              <a:lnSpc>
                <a:spcPct val="100000"/>
              </a:lnSpc>
              <a:spcAft>
                <a:spcPts val="283"/>
              </a:spcAft>
              <a:buClr>
                <a:srgbClr val="0066cc"/>
              </a:buClr>
              <a:buSzPct val="45000"/>
              <a:buFont typeface="Wingdings" charset="2"/>
              <a:buChar char="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  <a:ea typeface="DejaVu Sans"/>
              </a:rPr>
              <a:t>Yhdeksäs jäsennystaso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7C05F86-47B0-4775-91F2-2910D8A60704}" type="slidenum"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68360" y="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1" lang="it-IT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98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Aft>
                <a:spcPts val="1417"/>
              </a:spcAft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74EEE6-52DE-422D-9C33-4C30ADE46FEE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2026-10-19T16:22:17Z</dcterms:created>
  <dc:creator/>
  <dc:description/>
  <dc:language>en-US</dc:language>
  <cp:lastModifiedBy/>
  <cp:revision>1</cp:revision>
  <dc:subject/>
  <dc:title>Shell Blue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icense">
    <vt:lpwstr>CC-BY (http://creativecommons.org/licenses/by/3.0/)</vt:lpwstr>
  </property>
</Properties>
</file>