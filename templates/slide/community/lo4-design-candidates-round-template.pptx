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Round%20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908000" y="1800000"/>
            <a:ext cx="6588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672000" y="4320000"/>
            <a:ext cx="2952000" cy="16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9E3DF8-B603-436D-A201-43D9711196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Round%20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908000" y="1800000"/>
            <a:ext cx="6588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672000" y="4320000"/>
            <a:ext cx="2952000" cy="16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FC82B4-5F35-4FA8-9A67-D672224165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Round%20Templat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908000" y="1800000"/>
            <a:ext cx="6588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672000" y="4320000"/>
            <a:ext cx="2952000" cy="16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231669-84B5-4C4B-8CB7-E510A6887C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29880"/>
            <a:ext cx="10080000" cy="7559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908000" y="1800000"/>
            <a:ext cx="6588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72000" y="4320000"/>
            <a:ext cx="2952000" cy="16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5623" lnSpcReduction="10000"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FF840C-CE3A-4389-908C-2B1798D2ADE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0" y="29880"/>
            <a:ext cx="10080000" cy="755964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B46E514-12C3-447B-97B0-A80B370863E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504000" y="301320"/>
            <a:ext cx="9071640" cy="6970680"/>
          </a:xfrm>
          <a:prstGeom prst="rect">
            <a:avLst/>
          </a:prstGeom>
          <a:gradFill rotWithShape="0">
            <a:gsLst>
              <a:gs pos="0">
                <a:srgbClr val="dddddd">
                  <a:alpha val="0"/>
                </a:srgbClr>
              </a:gs>
              <a:gs pos="100000">
                <a:srgbClr val="dddddd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908000" y="1800000"/>
            <a:ext cx="6588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LibreOffice Presentation Template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Topic 1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Topic 2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908000" y="1800000"/>
            <a:ext cx="6588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Thank You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672000" y="4320000"/>
            <a:ext cx="2952000" cy="16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2026-10-19T16:21:51Z</dcterms:created>
  <dc:creator/>
  <dc:description/>
  <dc:language>en-US</dc:language>
  <cp:lastModifiedBy/>
  <cp:revision>1</cp:revision>
  <dc:subject/>
  <dc:title/>
</cp:coreProperties>
</file>