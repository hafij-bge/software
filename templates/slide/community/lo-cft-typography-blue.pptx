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384088" cy="698341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ypography-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19200" y="278280"/>
            <a:ext cx="11145240" cy="504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88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19200" y="5881680"/>
            <a:ext cx="1114524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718EF2-0965-4AC4-ABD1-3FFD49A6A9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2384000" cy="69836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19200" y="278280"/>
            <a:ext cx="11145240" cy="504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8800" spc="-1" strike="noStrike">
                <a:solidFill>
                  <a:srgbClr val="ffffff"/>
                </a:solidFill>
                <a:latin typeface="URW Gothic L"/>
              </a:rPr>
              <a:t>Click to edit the title text format</a:t>
            </a:r>
            <a:endParaRPr b="0" lang="de-DE" sz="88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19200" y="5976000"/>
            <a:ext cx="11145240" cy="26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041" lnSpcReduction="20000"/>
          </a:bodyPr>
          <a:p>
            <a:pPr marL="432000" indent="-324000">
              <a:spcAft>
                <a:spcPts val="130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96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DE" sz="296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04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58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DE" sz="258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78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22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DE" sz="222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2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DE" sz="185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6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5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DE" sz="185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6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DE" sz="185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6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DE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619200" y="6362280"/>
            <a:ext cx="2885040" cy="48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4235040" y="6362280"/>
            <a:ext cx="3925440" cy="48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8878680" y="6362280"/>
            <a:ext cx="2885040" cy="48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84D8959-9A1A-4C8A-BDD6-F34F75D7D137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19200" y="278280"/>
            <a:ext cx="11145240" cy="504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88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19200" y="5898240"/>
            <a:ext cx="11145240" cy="4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29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2026-10-19T16:21:44Z</dcterms:created>
  <dc:creator/>
  <dc:description/>
  <dc:language>en-US</dc:language>
  <cp:lastModifiedBy/>
  <cp:revision>1</cp:revision>
  <dc:subject/>
  <dc:title/>
</cp:coreProperties>
</file>