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27F107-15A0-45FB-9345-C199BA3BF0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426C14-7E83-4BCF-97B1-184D24976784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9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2026-10-19T16:22:10Z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eCO-aqua</dc:title>
</cp:coreProperties>
</file>