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hin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805EAA-3536-47C5-9EE0-EE4AE4D63B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hin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4F24F9-52EF-457B-80C4-9B0F4E0A0C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de-CH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CH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de-CH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de-CH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de-CH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CH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de-CH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de-CH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de-CH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de-CH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de-CH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de-CH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CH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CH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de-CH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CH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CH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de-CH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CH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92541D2-B4EB-4C81-B0A7-9A088D869F28}" type="slidenum">
              <a:rPr b="0" lang="de-CH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de-CH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8640" y="338436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6000" spc="-1" strike="noStrike">
                <a:solidFill>
                  <a:srgbClr val="ffffff"/>
                </a:solidFill>
                <a:latin typeface="Arial"/>
              </a:rPr>
              <a:t>PRESENTATION TITEL</a:t>
            </a:r>
            <a:endParaRPr b="0" lang="de-CH" sz="6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12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Title Slide</a:t>
            </a:r>
            <a:endParaRPr b="0" lang="de-CH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3200" spc="-1" strike="noStrike">
                <a:solidFill>
                  <a:srgbClr val="ffffff"/>
                </a:solidFill>
                <a:latin typeface="Arial"/>
              </a:rPr>
              <a:t>Your Text goes here</a:t>
            </a:r>
            <a:endParaRPr b="0" lang="de-CH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2026-10-19T16:21:43Z</dcterms:created>
  <dc:creator/>
  <dc:description/>
  <dc:language>en-US</dc:language>
  <cp:lastModifiedBy/>
  <cp:revision>1</cp:revision>
  <dc:subject/>
  <dc:title/>
</cp:coreProperties>
</file>