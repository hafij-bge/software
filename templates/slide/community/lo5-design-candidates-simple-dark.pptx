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4" r:id="rId4"/>
  </p:sldMasterIdLst>
  <p:sldIdLst>
    <p:sldId id="256" r:id="rId5"/>
    <p:sldId id="257" r:id="rId6"/>
    <p:sldId id="258" r:id="rId7"/>
  </p:sldIdLst>
  <p:sldSz cx="10080625" cy="7559675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Simple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FC8BFC-A408-407E-85A4-18D491518C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imple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491040"/>
            <a:ext cx="16786080" cy="156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endParaRPr b="0" lang="es-AR" sz="7200" spc="-1" strike="noStrike">
              <a:solidFill>
                <a:srgbClr val="3879c2"/>
              </a:solidFill>
              <a:latin typeface="Source Sans Pro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2321640"/>
            <a:ext cx="9071640" cy="41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>
              <a:buNone/>
            </a:pPr>
            <a:endParaRPr b="1" lang="es-AR" sz="4800" spc="-1" strike="noStrike">
              <a:solidFill>
                <a:srgbClr val="3879c2"/>
              </a:solidFill>
              <a:latin typeface="Source Sans Pro Black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788A6C-262B-4C23-8718-90F33C07DB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SimpleDar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D204E1-EB59-49E7-980E-16FF58F44E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impleDar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491040"/>
            <a:ext cx="16786080" cy="156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endParaRPr b="0" lang="es-AR" sz="7200" spc="-1" strike="noStrike">
              <a:solidFill>
                <a:srgbClr val="3879c2"/>
              </a:solidFill>
              <a:latin typeface="Source Sans Pro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2321640"/>
            <a:ext cx="9071640" cy="41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C3D3C6-5501-40BA-950F-859F0C9C21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SimpleDark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728EB1C-0386-4C9D-B8C8-6649E20119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71717"/>
            </a:gs>
            <a:gs pos="100000">
              <a:srgbClr val="171717"/>
            </a:gs>
          </a:gsLst>
          <a:path path="circle">
            <a:fillToRect l="50000" t="40000" r="50000" b="6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686880"/>
            <a:ext cx="9071640" cy="340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r>
              <a:rPr b="0" lang="es-AR" sz="7200" spc="-1" strike="noStrike">
                <a:solidFill>
                  <a:srgbClr val="3879c2"/>
                </a:solidFill>
                <a:latin typeface="Source Sans Pro Light"/>
              </a:rPr>
              <a:t>Click to edit the title text format</a:t>
            </a:r>
            <a:endParaRPr b="0" lang="es-AR" sz="7200" spc="-1" strike="noStrike">
              <a:solidFill>
                <a:srgbClr val="3879c2"/>
              </a:solidFill>
              <a:latin typeface="Source Sans Pro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4316040"/>
            <a:ext cx="9071640" cy="183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806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ffffff"/>
                </a:solidFill>
                <a:latin typeface="Source Sans Pro"/>
              </a:rPr>
              <a:t>Click to edit the outline text format</a:t>
            </a:r>
            <a:endParaRPr b="0" lang="es-AR" sz="3200" spc="-1" strike="noStrike">
              <a:solidFill>
                <a:srgbClr val="ffffff"/>
              </a:solidFill>
              <a:latin typeface="Source Sans Pro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ffffff"/>
                </a:solidFill>
                <a:latin typeface="Source Sans Pro"/>
              </a:rPr>
              <a:t>Second Outline Level</a:t>
            </a:r>
            <a:endParaRPr b="0" lang="es-AR" sz="2800" spc="-1" strike="noStrike">
              <a:solidFill>
                <a:srgbClr val="ffffff"/>
              </a:solidFill>
              <a:latin typeface="Source Sans Pro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ffffff"/>
                </a:solidFill>
                <a:latin typeface="Source Sans Pro"/>
              </a:rPr>
              <a:t>Third Outline Level</a:t>
            </a:r>
            <a:endParaRPr b="0" lang="es-AR" sz="2400" spc="-1" strike="noStrike">
              <a:solidFill>
                <a:srgbClr val="ffffff"/>
              </a:solidFill>
              <a:latin typeface="Source Sans Pro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ffffff"/>
                </a:solidFill>
                <a:latin typeface="Source Sans Pro"/>
              </a:rPr>
              <a:t>Fourth Outline Level</a:t>
            </a:r>
            <a:endParaRPr b="0" lang="es-AR" sz="2000" spc="-1" strike="noStrike">
              <a:solidFill>
                <a:srgbClr val="ffffff"/>
              </a:solidFill>
              <a:latin typeface="Source Sans Pro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ffffff"/>
                </a:solidFill>
                <a:latin typeface="Source Sans Pro"/>
              </a:rPr>
              <a:t>Fifth Outline Level</a:t>
            </a:r>
            <a:endParaRPr b="0" lang="es-AR" sz="2000" spc="-1" strike="noStrike">
              <a:solidFill>
                <a:srgbClr val="ffffff"/>
              </a:solidFill>
              <a:latin typeface="Source Sans Pro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ffffff"/>
                </a:solidFill>
                <a:latin typeface="Source Sans Pro"/>
              </a:rPr>
              <a:t>Sixth Outline Level</a:t>
            </a:r>
            <a:endParaRPr b="0" lang="es-AR" sz="2000" spc="-1" strike="noStrike">
              <a:solidFill>
                <a:srgbClr val="ffffff"/>
              </a:solidFill>
              <a:latin typeface="Source Sans Pro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ffffff"/>
                </a:solidFill>
                <a:latin typeface="Source Sans Pro"/>
              </a:rPr>
              <a:t>Seventh Outline Level</a:t>
            </a:r>
            <a:endParaRPr b="0" lang="es-AR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ffffff"/>
                </a:solidFill>
                <a:latin typeface="Source Sans Pro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ffffff"/>
                </a:solidFill>
                <a:latin typeface="Source Sans Pro"/>
              </a:rPr>
              <a:t>&lt;date/time&gt;</a:t>
            </a:r>
            <a:endParaRPr b="0" lang="es-AR" sz="14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ffffff"/>
                </a:solidFill>
                <a:latin typeface="Source Sans Pro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ffffff"/>
                </a:solidFill>
                <a:latin typeface="Source Sans Pro"/>
              </a:rPr>
              <a:t>&lt;footer&gt;</a:t>
            </a:r>
            <a:endParaRPr b="0" lang="es-AR" sz="14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AR" sz="1400" spc="-1" strike="noStrike">
                <a:solidFill>
                  <a:srgbClr val="ffffff"/>
                </a:solidFill>
                <a:latin typeface="Source Sans Pro"/>
              </a:defRPr>
            </a:lvl1pPr>
          </a:lstStyle>
          <a:p>
            <a:pPr indent="0" algn="r">
              <a:buNone/>
            </a:pPr>
            <a:fld id="{8B31CBEA-BE19-4DB9-BDFD-6234F3180575}" type="slidenum">
              <a:rPr b="0" lang="es-AR" sz="1400" spc="-1" strike="noStrike">
                <a:solidFill>
                  <a:srgbClr val="ffffff"/>
                </a:solidFill>
                <a:latin typeface="Source Sans Pro"/>
              </a:rPr>
              <a:t>&lt;number&gt;</a:t>
            </a:fld>
            <a:endParaRPr b="0" lang="es-AR" sz="1400" spc="-1" strike="noStrike">
              <a:solidFill>
                <a:srgbClr val="ffffff"/>
              </a:solidFill>
              <a:latin typeface="Source Sans Pro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cfcfc"/>
            </a:gs>
            <a:gs pos="100000">
              <a:srgbClr val="fcfcfc"/>
            </a:gs>
          </a:gsLst>
          <a:path path="circle">
            <a:fillToRect l="50000" t="40000" r="50000" b="6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491040"/>
            <a:ext cx="9161280" cy="156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r>
              <a:rPr b="0" lang="es-AR" sz="7200" spc="-1" strike="noStrike">
                <a:solidFill>
                  <a:srgbClr val="3879c2"/>
                </a:solidFill>
                <a:latin typeface="Source Sans Pro Light"/>
              </a:rPr>
              <a:t>Click to edit the title text format</a:t>
            </a:r>
            <a:endParaRPr b="0" lang="es-AR" sz="7200" spc="-1" strike="noStrike">
              <a:solidFill>
                <a:srgbClr val="3879c2"/>
              </a:solidFill>
              <a:latin typeface="Source Sans Pro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2321640"/>
            <a:ext cx="9071640" cy="41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Source Sans Pro"/>
              </a:rPr>
              <a:t>Click to edit the outline text format</a:t>
            </a:r>
            <a:endParaRPr b="0" lang="es-AR" sz="3200" spc="-1" strike="noStrike">
              <a:solidFill>
                <a:srgbClr val="000000"/>
              </a:solidFill>
              <a:latin typeface="Source Sans Pro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Source Sans Pro"/>
              </a:rPr>
              <a:t>Second Outline Level</a:t>
            </a:r>
            <a:endParaRPr b="0" lang="es-AR" sz="2800" spc="-1" strike="noStrike">
              <a:solidFill>
                <a:srgbClr val="000000"/>
              </a:solidFill>
              <a:latin typeface="Source Sans Pro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Source Sans Pro"/>
              </a:rPr>
              <a:t>Third Outline Level</a:t>
            </a:r>
            <a:endParaRPr b="0" lang="es-AR" sz="2400" spc="-1" strike="noStrike">
              <a:solidFill>
                <a:srgbClr val="000000"/>
              </a:solidFill>
              <a:latin typeface="Source Sans Pro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Source Sans Pro"/>
              </a:rPr>
              <a:t>Fourth Outline Level</a:t>
            </a:r>
            <a:endParaRPr b="0" lang="es-AR" sz="2000" spc="-1" strike="noStrike">
              <a:solidFill>
                <a:srgbClr val="000000"/>
              </a:solidFill>
              <a:latin typeface="Source Sans Pro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Source Sans Pro"/>
              </a:rPr>
              <a:t>Fifth Outline Level</a:t>
            </a:r>
            <a:endParaRPr b="0" lang="es-AR" sz="2000" spc="-1" strike="noStrike">
              <a:solidFill>
                <a:srgbClr val="000000"/>
              </a:solidFill>
              <a:latin typeface="Source Sans Pro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Source Sans Pro"/>
              </a:rPr>
              <a:t>Sixth Outline Level</a:t>
            </a:r>
            <a:endParaRPr b="0" lang="es-AR" sz="2000" spc="-1" strike="noStrike">
              <a:solidFill>
                <a:srgbClr val="000000"/>
              </a:solidFill>
              <a:latin typeface="Source Sans Pro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Source Sans Pro"/>
              </a:rPr>
              <a:t>Seventh Outline Level</a:t>
            </a:r>
            <a:endParaRPr b="0" lang="es-AR" sz="20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Source Sans Pro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Source Sans Pro"/>
              </a:rPr>
              <a:t>&lt;date/time&gt;</a:t>
            </a:r>
            <a:endParaRPr b="0" lang="es-AR" sz="14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Source Sans Pro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Source Sans Pro"/>
              </a:rPr>
              <a:t>&lt;footer&gt;</a:t>
            </a:r>
            <a:endParaRPr b="0" lang="es-AR" sz="14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AR" sz="1400" spc="-1" strike="noStrike">
                <a:solidFill>
                  <a:srgbClr val="000000"/>
                </a:solidFill>
                <a:latin typeface="Source Sans Pro"/>
              </a:defRPr>
            </a:lvl1pPr>
          </a:lstStyle>
          <a:p>
            <a:pPr indent="0" algn="r">
              <a:buNone/>
            </a:pPr>
            <a:fld id="{4A3B6B72-8C12-449B-91A6-C26CF37BA4BD}" type="slidenum">
              <a:rPr b="0" lang="es-AR" sz="1400" spc="-1" strike="noStrike">
                <a:solidFill>
                  <a:srgbClr val="000000"/>
                </a:solidFill>
                <a:latin typeface="Source Sans Pro"/>
              </a:rPr>
              <a:t>&lt;number&gt;</a:t>
            </a:fld>
            <a:endParaRPr b="0" lang="es-AR" sz="1400" spc="-1" strike="noStrike">
              <a:solidFill>
                <a:srgbClr val="000000"/>
              </a:solidFill>
              <a:latin typeface="Source Sans Pro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  <p:sldLayoutId id="2147483653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71717"/>
            </a:gs>
            <a:gs pos="100000">
              <a:srgbClr val="171717"/>
            </a:gs>
          </a:gsLst>
          <a:path path="circle">
            <a:fillToRect l="50000" t="40000" r="50000" b="6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491040"/>
            <a:ext cx="16786080" cy="156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es-AR" sz="7200" spc="-1" strike="noStrike">
                <a:solidFill>
                  <a:srgbClr val="3879c2"/>
                </a:solidFill>
                <a:latin typeface="Source Sans Pro Light"/>
              </a:rPr>
              <a:t>Click to edit the title text format</a:t>
            </a:r>
            <a:endParaRPr b="0" lang="es-AR" sz="7200" spc="-1" strike="noStrike">
              <a:solidFill>
                <a:srgbClr val="3879c2"/>
              </a:solidFill>
              <a:latin typeface="Source Sans Pro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2321640"/>
            <a:ext cx="9071640" cy="41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ffffff"/>
                </a:solidFill>
                <a:latin typeface="Source Sans Pro"/>
              </a:rPr>
              <a:t>Click to edit the outline text format</a:t>
            </a:r>
            <a:endParaRPr b="0" lang="es-AR" sz="3200" spc="-1" strike="noStrike">
              <a:solidFill>
                <a:srgbClr val="ffffff"/>
              </a:solidFill>
              <a:latin typeface="Source Sans Pro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ffffff"/>
                </a:solidFill>
                <a:latin typeface="Source Sans Pro"/>
              </a:rPr>
              <a:t>Second Outline Level</a:t>
            </a:r>
            <a:endParaRPr b="0" lang="es-AR" sz="2800" spc="-1" strike="noStrike">
              <a:solidFill>
                <a:srgbClr val="ffffff"/>
              </a:solidFill>
              <a:latin typeface="Source Sans Pro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ffffff"/>
                </a:solidFill>
                <a:latin typeface="Source Sans Pro"/>
              </a:rPr>
              <a:t>Third Outline Level</a:t>
            </a:r>
            <a:endParaRPr b="0" lang="es-AR" sz="2400" spc="-1" strike="noStrike">
              <a:solidFill>
                <a:srgbClr val="ffffff"/>
              </a:solidFill>
              <a:latin typeface="Source Sans Pro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ffffff"/>
                </a:solidFill>
                <a:latin typeface="Source Sans Pro"/>
              </a:rPr>
              <a:t>Fourth Outline Level</a:t>
            </a:r>
            <a:endParaRPr b="0" lang="es-AR" sz="2000" spc="-1" strike="noStrike">
              <a:solidFill>
                <a:srgbClr val="ffffff"/>
              </a:solidFill>
              <a:latin typeface="Source Sans Pro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ffffff"/>
                </a:solidFill>
                <a:latin typeface="Source Sans Pro"/>
              </a:rPr>
              <a:t>Fifth Outline Level</a:t>
            </a:r>
            <a:endParaRPr b="0" lang="es-AR" sz="2000" spc="-1" strike="noStrike">
              <a:solidFill>
                <a:srgbClr val="ffffff"/>
              </a:solidFill>
              <a:latin typeface="Source Sans Pro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ffffff"/>
                </a:solidFill>
                <a:latin typeface="Source Sans Pro"/>
              </a:rPr>
              <a:t>Sixth Outline Level</a:t>
            </a:r>
            <a:endParaRPr b="0" lang="es-AR" sz="2000" spc="-1" strike="noStrike">
              <a:solidFill>
                <a:srgbClr val="ffffff"/>
              </a:solidFill>
              <a:latin typeface="Source Sans Pro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ffffff"/>
                </a:solidFill>
                <a:latin typeface="Source Sans Pro"/>
              </a:rPr>
              <a:t>Seventh Outline Level</a:t>
            </a:r>
            <a:endParaRPr b="0" lang="es-AR" sz="20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ffffff"/>
                </a:solidFill>
                <a:latin typeface="Source Sans Pro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ffffff"/>
                </a:solidFill>
                <a:latin typeface="Source Sans Pro"/>
              </a:rPr>
              <a:t>&lt;date/time&gt;</a:t>
            </a:r>
            <a:endParaRPr b="0" lang="es-AR" sz="14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ffffff"/>
                </a:solidFill>
                <a:latin typeface="Source Sans Pro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ffffff"/>
                </a:solidFill>
                <a:latin typeface="Source Sans Pro"/>
              </a:rPr>
              <a:t>&lt;footer&gt;</a:t>
            </a:r>
            <a:endParaRPr b="0" lang="es-AR" sz="14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AR" sz="1400" spc="-1" strike="noStrike">
                <a:solidFill>
                  <a:srgbClr val="ffffff"/>
                </a:solidFill>
                <a:latin typeface="Source Sans Pro"/>
              </a:defRPr>
            </a:lvl1pPr>
          </a:lstStyle>
          <a:p>
            <a:pPr indent="0" algn="r">
              <a:buNone/>
            </a:pPr>
            <a:fld id="{93EB2036-EC98-49F7-BBFE-083E25B9313C}" type="slidenum">
              <a:rPr b="0" lang="es-AR" sz="1400" spc="-1" strike="noStrike">
                <a:solidFill>
                  <a:srgbClr val="ffffff"/>
                </a:solidFill>
                <a:latin typeface="Source Sans Pro"/>
              </a:rPr>
              <a:t>&lt;number&gt;</a:t>
            </a:fld>
            <a:endParaRPr b="0" lang="es-AR" sz="1400" spc="-1" strike="noStrike">
              <a:solidFill>
                <a:srgbClr val="ffffff"/>
              </a:solidFill>
              <a:latin typeface="Source Sans Pro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83880" y="301320"/>
            <a:ext cx="8591760" cy="379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endParaRPr b="0" lang="es-AR" sz="7200" spc="-1" strike="noStrike">
              <a:solidFill>
                <a:srgbClr val="3879c2"/>
              </a:solidFill>
              <a:latin typeface="Source Sans Pro Ligh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1008360" y="4606560"/>
            <a:ext cx="8579160" cy="210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1" lang="es-AR" sz="3200" spc="-1" strike="noStrike">
              <a:solidFill>
                <a:srgbClr val="d0d0d0"/>
              </a:solidFill>
              <a:latin typeface="Source Sans Pro Semibol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491040"/>
            <a:ext cx="9078840" cy="156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endParaRPr b="0" lang="es-AR" sz="7200" spc="-1" strike="noStrike">
              <a:solidFill>
                <a:srgbClr val="3879c2"/>
              </a:solidFill>
              <a:latin typeface="Source Sans Pro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2321640"/>
            <a:ext cx="9071640" cy="41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ubTitle"/>
          </p:nvPr>
        </p:nvSpPr>
        <p:spPr>
          <a:xfrm>
            <a:off x="504000" y="491040"/>
            <a:ext cx="9035280" cy="66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endParaRPr b="1" lang="es-AR" sz="4800" spc="-1" strike="noStrike">
              <a:solidFill>
                <a:srgbClr val="3879c2"/>
              </a:solidFill>
              <a:latin typeface="Source Sans Pro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2026-10-19T16:22:03Z</dcterms:created>
  <dc:creator/>
  <dc:description/>
  <dc:language>en-US</dc:language>
  <cp:lastModifiedBy/>
  <cp:revision>1</cp:revision>
  <dc:subject/>
  <dc:title/>
</cp:coreProperties>
</file>