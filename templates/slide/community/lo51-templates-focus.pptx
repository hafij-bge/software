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.emf" ContentType="image/x-emf"/>
  <Override PartName="/ppt/media/image2.emf" ContentType="image/x-emf"/>
  <Override PartName="/ppt/media/image3.emf" ContentType="image/x-emf"/>
  <Override PartName="/ppt/media/image4.emf" ContentType="image/x-emf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759FE2-102E-444F-BA60-93B43927F9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41AB3C-F779-45C5-98E7-9A16BB0AF2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46E22BA-E6F9-4F2F-BCF4-5846ECA74C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cu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DA5567F-02B8-48B0-86A7-7E732B18FD0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emf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emf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emf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emf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AA0E08F-0F91-452A-B16F-F1359A95D95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/>
          <a:stretch/>
        </p:blipFill>
        <p:spPr>
          <a:xfrm>
            <a:off x="-36000" y="0"/>
            <a:ext cx="10185840" cy="7596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417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1" indent="0" algn="ctr">
              <a:spcAft>
                <a:spcPts val="1134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2" indent="0" algn="ctr">
              <a:spcAft>
                <a:spcPts val="850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3" indent="0" algn="ctr">
              <a:spcAft>
                <a:spcPts val="567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4" indent="0" algn="ctr">
              <a:spcAft>
                <a:spcPts val="283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5" indent="0" algn="ctr">
              <a:spcAft>
                <a:spcPts val="283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6" indent="0" algn="ctr">
              <a:spcAft>
                <a:spcPts val="283"/>
              </a:spcAft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-36720" y="0"/>
            <a:ext cx="10186560" cy="7598520"/>
          </a:xfrm>
          <a:prstGeom prst="rect">
            <a:avLst/>
          </a:prstGeom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48320" y="1382040"/>
            <a:ext cx="43704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8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847960" y="2729520"/>
            <a:ext cx="4407840" cy="33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4633" lnSpcReduction="10000"/>
          </a:bodyPr>
          <a:p>
            <a:pPr marL="432000" indent="-324000">
              <a:spcAft>
                <a:spcPts val="1417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1134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14328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just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just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47360" y="7146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62156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29F3EADB-35D7-4AFE-AFE3-26F92DD859A2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-36720" y="0"/>
            <a:ext cx="10186560" cy="7598520"/>
          </a:xfrm>
          <a:prstGeom prst="rect">
            <a:avLst/>
          </a:prstGeom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765080" y="301320"/>
            <a:ext cx="65926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8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1765080" y="1769040"/>
            <a:ext cx="6592680" cy="487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1134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16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16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16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16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14328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47360" y="7146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80808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808080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808080"/>
              </a:solidFill>
              <a:latin typeface="DejaVu Sans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62156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888BC6F1-3283-43E2-A06E-98154A9ED63B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-36720" y="0"/>
            <a:ext cx="10186560" cy="75985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800" spc="-1" strike="noStrike">
                <a:solidFill>
                  <a:srgbClr val="333333"/>
                </a:solidFill>
                <a:latin typeface="DejaVu Sans"/>
              </a:rPr>
              <a:t>Click to edit the title text format</a:t>
            </a: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lvl="1" marL="864000" indent="-324000">
              <a:spcAft>
                <a:spcPts val="1134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666666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666666"/>
              </a:solidFill>
              <a:latin typeface="DejaVu Sans"/>
            </a:endParaRPr>
          </a:p>
          <a:p>
            <a:pPr lvl="2" marL="1296000" indent="-288000">
              <a:spcAft>
                <a:spcPts val="850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666666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666666"/>
              </a:solidFill>
              <a:latin typeface="DejaVu Sans"/>
            </a:endParaRPr>
          </a:p>
          <a:p>
            <a:pPr lvl="3" marL="1728000" indent="-216000">
              <a:spcAft>
                <a:spcPts val="567"/>
              </a:spcAft>
              <a:buClr>
                <a:srgbClr val="666666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4" marL="2160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5" marL="2592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  <a:p>
            <a:pPr lvl="6" marL="3024000" indent="-216000">
              <a:spcAft>
                <a:spcPts val="283"/>
              </a:spcAft>
              <a:buClr>
                <a:srgbClr val="666666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666666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>
          <a:xfrm>
            <a:off x="14328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&lt;date/time&gt;</a:t>
            </a:r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>
          <a:xfrm>
            <a:off x="3447360" y="714672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808080"/>
                </a:solidFill>
                <a:latin typeface="DejaVu Sans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808080"/>
                </a:solidFill>
                <a:latin typeface="DejaVu Sans"/>
              </a:rPr>
              <a:t>&lt;footer&gt;</a:t>
            </a:r>
            <a:endParaRPr b="0" lang="en-US" sz="1400" spc="-1" strike="noStrike">
              <a:solidFill>
                <a:srgbClr val="808080"/>
              </a:solidFill>
              <a:latin typeface="DejaVu Sans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>
          <a:xfrm>
            <a:off x="7621560" y="7146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dddddd"/>
                </a:solidFill>
                <a:latin typeface="DejaVu Sans"/>
              </a:defRPr>
            </a:lvl1pPr>
          </a:lstStyle>
          <a:p>
            <a:pPr indent="0" algn="r">
              <a:buNone/>
            </a:pPr>
            <a:fld id="{089F8EEC-7EF4-4522-9CB6-0C8F5AEA5AF1}" type="slidenum">
              <a:rPr b="0" lang="en-US" sz="1400" spc="-1" strike="noStrike">
                <a:solidFill>
                  <a:srgbClr val="dddddd"/>
                </a:solidFill>
                <a:latin typeface="DejaVu Sans"/>
              </a:rPr>
              <a:t>&lt;number&gt;</a:t>
            </a:fld>
            <a:endParaRPr b="0" lang="en-US" sz="1400" spc="-1" strike="noStrike">
              <a:solidFill>
                <a:srgbClr val="dddddd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Aft>
                <a:spcPts val="1417"/>
              </a:spcAft>
              <a:buNone/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 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indent="0" algn="ctr">
              <a:spcAft>
                <a:spcPts val="1417"/>
              </a:spcAft>
              <a:buNone/>
            </a:pPr>
            <a:r>
              <a:rPr b="0" lang="en-US" sz="3200" spc="-1" strike="noStrike">
                <a:solidFill>
                  <a:srgbClr val="666666"/>
                </a:solidFill>
                <a:latin typeface="DejaVu Sans"/>
              </a:rPr>
              <a:t> </a:t>
            </a: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  <a:p>
            <a:pPr indent="0" algn="ctr">
              <a:spcAft>
                <a:spcPts val="1417"/>
              </a:spcAft>
            </a:pPr>
            <a:r>
              <a:rPr b="0" lang="en-US" sz="2800" spc="-1" strike="noStrike">
                <a:solidFill>
                  <a:srgbClr val="666666"/>
                </a:solidFill>
                <a:latin typeface="DejaVu Sans"/>
              </a:rPr>
              <a:t>Your</a:t>
            </a:r>
            <a:endParaRPr b="0" lang="en-US" sz="2800" spc="-1" strike="noStrike">
              <a:solidFill>
                <a:srgbClr val="666666"/>
              </a:solidFill>
              <a:latin typeface="DejaVu Sans"/>
            </a:endParaRPr>
          </a:p>
          <a:p>
            <a:pPr indent="0" algn="ctr">
              <a:spcAft>
                <a:spcPts val="1417"/>
              </a:spcAft>
            </a:pPr>
            <a:r>
              <a:rPr b="0" lang="en-US" sz="2800" spc="-1" strike="noStrike">
                <a:solidFill>
                  <a:srgbClr val="666666"/>
                </a:solidFill>
                <a:latin typeface="DejaVu Sans"/>
              </a:rPr>
              <a:t>Logo</a:t>
            </a:r>
            <a:endParaRPr b="0" lang="en-US" sz="2800" spc="-1" strike="noStrike">
              <a:solidFill>
                <a:srgbClr val="666666"/>
              </a:solidFill>
              <a:latin typeface="DejaVu Sans"/>
            </a:endParaRPr>
          </a:p>
          <a:p>
            <a:pPr indent="0" algn="ctr">
              <a:spcAft>
                <a:spcPts val="1417"/>
              </a:spcAft>
            </a:pPr>
            <a:r>
              <a:rPr b="0" lang="en-US" sz="2800" spc="-1" strike="noStrike">
                <a:solidFill>
                  <a:srgbClr val="666666"/>
                </a:solidFill>
                <a:latin typeface="DejaVu Sans"/>
              </a:rPr>
              <a:t>Here</a:t>
            </a:r>
            <a:endParaRPr b="0" lang="en-US" sz="2800" spc="-1" strike="noStrike">
              <a:solidFill>
                <a:srgbClr val="666666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2848320" y="1382040"/>
            <a:ext cx="437040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2847960" y="2729520"/>
            <a:ext cx="4407840" cy="339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Your Footer Here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045038-4B84-4FD9-B885-21AE682530FC}" type="slidenum">
              <a:t>2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>Your Date Here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765080" y="301320"/>
            <a:ext cx="659268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1765080" y="1769040"/>
            <a:ext cx="6592680" cy="487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26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Your Footer Here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CF4415-1866-4F56-B616-31796E95C126}" type="slidenum">
              <a:t>3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>Your Date Here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00560" y="446040"/>
            <a:ext cx="8678880" cy="119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2800" spc="-1" strike="noStrike">
              <a:solidFill>
                <a:srgbClr val="333333"/>
              </a:solidFill>
              <a:latin typeface="DejaVu Sans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00560" y="1841040"/>
            <a:ext cx="8678880" cy="44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7"/>
              </a:spcAft>
              <a:buNone/>
            </a:pPr>
            <a:endParaRPr b="0" lang="en-US" sz="3200" spc="-1" strike="noStrike">
              <a:solidFill>
                <a:srgbClr val="666666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Your Footer Here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F2653F7-8E95-4A7F-A64E-E06E2DD5EEFF}" type="slidenum">
              <a:t>4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>Your Date Here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2026-10-19T16:22:07Z</dcterms:created>
  <dc:creator/>
  <dc:description/>
  <dc:language>en-US</dc:language>
  <cp:lastModifiedBy/>
  <cp:revision>1</cp:revision>
  <dc:subject/>
  <dc:title/>
</cp:coreProperties>
</file>