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golth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AAAEE6-7DD3-4258-A587-DE6DDDF0BB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52500" sy="525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BED9346-2A16-402D-A89E-FB3D3ACFB198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814040"/>
            <a:ext cx="9071640" cy="489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2026-10-19T16:22:09Z</dcterms:created>
  <dc:creator/>
  <dc:description>Creative Commons License
Some rights reserved. This work is licensed under a
Creative Commons Attribution 3.0 License.
Based on Dianita89 wallpaper Golthia available here:
http://dianita89.deviantart.com/art/Golthia-60866096</dc:description>
  <dc:language>en-US</dc:language>
  <cp:lastModifiedBy/>
  <cp:revision>1</cp:revision>
  <dc:subject/>
  <dc:title>Golthia</dc:title>
</cp:coreProperties>
</file>