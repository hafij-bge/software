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1A8ABE-46FF-49B1-93E0-68AD523E8F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86122" sy="103346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DB846AC-6FF2-427C-A13E-E4E22E37DF8A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2026-10-19T16:22:11Z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eCO-cyan</dc:title>
</cp:coreProperties>
</file>