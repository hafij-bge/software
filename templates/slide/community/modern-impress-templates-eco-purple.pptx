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eco-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Aft>
                <a:spcPts val="1414"/>
              </a:spcAft>
              <a:buNone/>
            </a:pPr>
            <a:endParaRPr b="0" lang="pl-PL" sz="32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2E7353-2FE1-4030-91DA-D6A5F78DBDD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2"/>
          <a:tile tx="0" ty="0" sx="62007" sy="74410" algn="ctr"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l-PL" sz="4400" spc="-1" strike="noStrike">
                <a:solidFill>
                  <a:srgbClr val="ffffff"/>
                </a:solidFill>
                <a:latin typeface="Open Sans"/>
              </a:rPr>
              <a:t>Click to edit the title text format</a:t>
            </a:r>
            <a:endParaRPr b="0" lang="pl-PL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769040"/>
            <a:ext cx="90716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Aft>
                <a:spcPts val="141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3200" spc="-1" strike="noStrike">
                <a:solidFill>
                  <a:srgbClr val="ffffff"/>
                </a:solidFill>
                <a:latin typeface="Open Sans"/>
              </a:rPr>
              <a:t>Click to edit the outline text format</a:t>
            </a:r>
            <a:endParaRPr b="0" lang="pl-PL" sz="3200" spc="-1" strike="noStrike">
              <a:solidFill>
                <a:srgbClr val="ffffff"/>
              </a:solidFill>
              <a:latin typeface="Open Sans"/>
            </a:endParaRPr>
          </a:p>
          <a:p>
            <a:pPr lvl="1" marL="864000" indent="-324000">
              <a:spcAft>
                <a:spcPts val="1134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800" spc="-1" strike="noStrike">
                <a:solidFill>
                  <a:srgbClr val="ffffff"/>
                </a:solidFill>
                <a:latin typeface="Open Sans"/>
              </a:rPr>
              <a:t>Second Outline Level</a:t>
            </a:r>
            <a:endParaRPr b="0" lang="pl-PL" sz="2800" spc="-1" strike="noStrike">
              <a:solidFill>
                <a:srgbClr val="ffffff"/>
              </a:solidFill>
              <a:latin typeface="Open Sans"/>
            </a:endParaRPr>
          </a:p>
          <a:p>
            <a:pPr lvl="2" marL="1296000" indent="-288000">
              <a:spcAft>
                <a:spcPts val="850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400" spc="-1" strike="noStrike">
                <a:solidFill>
                  <a:srgbClr val="ffffff"/>
                </a:solidFill>
                <a:latin typeface="Open Sans"/>
              </a:rPr>
              <a:t>Third Outline Level</a:t>
            </a:r>
            <a:endParaRPr b="0" lang="pl-PL" sz="2400" spc="-1" strike="noStrike">
              <a:solidFill>
                <a:srgbClr val="ffffff"/>
              </a:solidFill>
              <a:latin typeface="Open Sans"/>
            </a:endParaRPr>
          </a:p>
          <a:p>
            <a:pPr lvl="3" marL="1728000" indent="-216000">
              <a:spcAft>
                <a:spcPts val="567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Fourth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  <a:p>
            <a:pPr lvl="4" marL="2160000" indent="-216000">
              <a:spcAft>
                <a:spcPts val="283"/>
              </a:spcAft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Fifth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  <a:p>
            <a:pPr lvl="5" marL="2592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Sixth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  <a:p>
            <a:pPr lvl="6" marL="3024000" indent="-216000">
              <a:spcAft>
                <a:spcPts val="283"/>
              </a:spcAft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pl-PL" sz="2000" spc="-1" strike="noStrike">
                <a:solidFill>
                  <a:srgbClr val="ffffff"/>
                </a:solidFill>
                <a:latin typeface="Open Sans"/>
              </a:rPr>
              <a:t>Seventh Outline Level</a:t>
            </a:r>
            <a:endParaRPr b="0" lang="pl-PL" sz="20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&lt;date/time&gt;</a:t>
            </a:r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688716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&lt;footer&gt;</a:t>
            </a:r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688716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l-PL" sz="1400" spc="-1" strike="noStrike">
                <a:solidFill>
                  <a:srgbClr val="ffffff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C977C9D-0000-4966-B974-A19F28E0D29C}" type="slidenum">
              <a:rPr b="0" lang="pl-PL" sz="1400" spc="-1" strike="noStrike">
                <a:solidFill>
                  <a:srgbClr val="ffffff"/>
                </a:solidFill>
                <a:latin typeface="Times New Roman"/>
              </a:rPr>
              <a:t>&lt;number&gt;</a:t>
            </a:fld>
            <a:endParaRPr b="0" lang="pl-PL" sz="14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01320"/>
            <a:ext cx="9071640" cy="1262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l-PL" sz="4400" spc="-1" strike="noStrike">
              <a:solidFill>
                <a:srgbClr val="ffffff"/>
              </a:solidFill>
              <a:latin typeface="Open San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769040"/>
            <a:ext cx="9071640" cy="4989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spcAft>
                <a:spcPts val="1414"/>
              </a:spcAft>
              <a:buNone/>
            </a:pPr>
            <a:endParaRPr b="0" lang="pl-PL" sz="3200" spc="-1" strike="noStrike">
              <a:solidFill>
                <a:srgbClr val="ffffff"/>
              </a:solidFill>
              <a:latin typeface="Open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2026-10-19T16:22:15Z</dcterms:created>
  <dc:creator/>
  <dc:description>Based on eCO - Wallpapers by lassekongo83: http://lassekongo83.deviantart.com/art/eCO-Wallpapers-153472704. License: CC-BY. Description: Minimalistic wallpapers that are good to use when you don't want to be distracted. ;)</dc:description>
  <dc:language>en-US</dc:language>
  <cp:lastModifiedBy/>
  <cp:revision>1</cp:revision>
  <dc:subject/>
  <dc:title>eCO-purple</dc:title>
</cp:coreProperties>
</file>