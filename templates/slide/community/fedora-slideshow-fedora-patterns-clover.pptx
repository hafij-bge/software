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0080625" cy="7559675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unbranded-designninja-presentation-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3200400"/>
            <a:ext cx="9071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7200" spc="-1" strike="noStrike">
              <a:solidFill>
                <a:srgbClr val="ffffff"/>
              </a:solidFill>
              <a:latin typeface="Comfortaa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/>
          </p:nvPr>
        </p:nvSpPr>
        <p:spPr>
          <a:xfrm>
            <a:off x="504000" y="6629400"/>
            <a:ext cx="9071640" cy="498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Aft>
                <a:spcPts val="1417"/>
              </a:spcAft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unbranded-designninja-presentation-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3200400"/>
            <a:ext cx="9071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7200" spc="-1" strike="noStrike">
              <a:solidFill>
                <a:srgbClr val="ffffff"/>
              </a:solidFill>
              <a:latin typeface="Comforta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504000" y="6629400"/>
            <a:ext cx="9071640" cy="498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Aft>
                <a:spcPts val="1417"/>
              </a:spcAft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C71133-EFA8-4F95-A0A4-7637291088F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29560" y="685800"/>
            <a:ext cx="9071640" cy="82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5400" spc="-1" strike="noStrike">
                <a:solidFill>
                  <a:srgbClr val="ffffff"/>
                </a:solidFill>
                <a:latin typeface="Comfortaa"/>
              </a:rPr>
              <a:t>Click to edit the title text format</a:t>
            </a:r>
            <a:endParaRPr b="0" lang="en-US" sz="5400" spc="-1" strike="noStrike">
              <a:solidFill>
                <a:srgbClr val="ffffff"/>
              </a:solidFill>
              <a:latin typeface="Comfortaa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Aft>
                <a:spcPts val="1417"/>
              </a:spcAft>
              <a:buClr>
                <a:srgbClr val="83caff"/>
              </a:buClr>
              <a:buSzPct val="150000"/>
              <a:buFont typeface="Comfortaa"/>
              <a:buChar char="•"/>
            </a:pPr>
            <a:r>
              <a:rPr b="0" lang="en-US" sz="3200" spc="-1" strike="noStrike">
                <a:solidFill>
                  <a:srgbClr val="eeeff0"/>
                </a:solidFill>
                <a:latin typeface="Droid Sans"/>
              </a:rPr>
              <a:t>Click to edit the outline text format</a:t>
            </a:r>
            <a:endParaRPr b="0" lang="en-US" sz="3200" spc="-1" strike="noStrike">
              <a:solidFill>
                <a:srgbClr val="eeeff0"/>
              </a:solidFill>
              <a:latin typeface="Droid Sans"/>
            </a:endParaRPr>
          </a:p>
          <a:p>
            <a:pPr lvl="1" marL="864000" indent="-324000">
              <a:spcAft>
                <a:spcPts val="1134"/>
              </a:spcAft>
              <a:buClr>
                <a:srgbClr val="83caff"/>
              </a:buClr>
              <a:buSzPct val="125000"/>
              <a:buFont typeface="Comfortaa"/>
              <a:buChar char="•"/>
            </a:pPr>
            <a:r>
              <a:rPr b="0" lang="en-US" sz="2800" spc="-1" strike="noStrike">
                <a:solidFill>
                  <a:srgbClr val="eeeff0"/>
                </a:solidFill>
                <a:latin typeface="Droid Sans"/>
              </a:rPr>
              <a:t>Second Outline Level</a:t>
            </a:r>
            <a:endParaRPr b="0" lang="en-US" sz="2800" spc="-1" strike="noStrike">
              <a:solidFill>
                <a:srgbClr val="eeeff0"/>
              </a:solidFill>
              <a:latin typeface="Droid Sans"/>
            </a:endParaRPr>
          </a:p>
          <a:p>
            <a:pPr lvl="2" marL="1296000" indent="-288000">
              <a:spcAft>
                <a:spcPts val="850"/>
              </a:spcAft>
              <a:buClr>
                <a:srgbClr val="83caff"/>
              </a:buClr>
              <a:buSzPct val="110000"/>
              <a:buFont typeface="Comfortaa"/>
              <a:buChar char="•"/>
            </a:pPr>
            <a:r>
              <a:rPr b="0" lang="en-US" sz="2400" spc="-1" strike="noStrike">
                <a:solidFill>
                  <a:srgbClr val="eeeff0"/>
                </a:solidFill>
                <a:latin typeface="Droid Sans"/>
              </a:rPr>
              <a:t>Third Outline Level</a:t>
            </a:r>
            <a:endParaRPr b="0" lang="en-US" sz="2400" spc="-1" strike="noStrike">
              <a:solidFill>
                <a:srgbClr val="eeeff0"/>
              </a:solidFill>
              <a:latin typeface="Droid Sans"/>
            </a:endParaRPr>
          </a:p>
          <a:p>
            <a:pPr lvl="3" marL="1728000" indent="-216000">
              <a:spcAft>
                <a:spcPts val="567"/>
              </a:spcAft>
              <a:buClr>
                <a:srgbClr val="83caff"/>
              </a:buClr>
              <a:buFont typeface="Comfortaa"/>
              <a:buChar char="•"/>
            </a:pPr>
            <a:r>
              <a:rPr b="0" lang="en-US" sz="2000" spc="-1" strike="noStrike">
                <a:solidFill>
                  <a:srgbClr val="eeeff0"/>
                </a:solidFill>
                <a:latin typeface="Droid Sans"/>
              </a:rPr>
              <a:t>Fourth Outline Level</a:t>
            </a:r>
            <a:endParaRPr b="0" lang="en-US" sz="2000" spc="-1" strike="noStrike">
              <a:solidFill>
                <a:srgbClr val="eeeff0"/>
              </a:solidFill>
              <a:latin typeface="Droid Sans"/>
            </a:endParaRPr>
          </a:p>
          <a:p>
            <a:pPr lvl="4" marL="2160000" indent="-216000">
              <a:spcAft>
                <a:spcPts val="283"/>
              </a:spcAft>
              <a:buClr>
                <a:srgbClr val="83caff"/>
              </a:buClr>
              <a:buFont typeface="Comfortaa"/>
              <a:buChar char="•"/>
            </a:pPr>
            <a:r>
              <a:rPr b="0" lang="en-US" sz="2000" spc="-1" strike="noStrike">
                <a:solidFill>
                  <a:srgbClr val="eeeff0"/>
                </a:solidFill>
                <a:latin typeface="Droid Sans"/>
              </a:rPr>
              <a:t>Fifth Outline Level</a:t>
            </a:r>
            <a:endParaRPr b="0" lang="en-US" sz="2000" spc="-1" strike="noStrike">
              <a:solidFill>
                <a:srgbClr val="eeeff0"/>
              </a:solidFill>
              <a:latin typeface="Droid Sans"/>
            </a:endParaRPr>
          </a:p>
          <a:p>
            <a:pPr lvl="5" marL="2592000" indent="-216000">
              <a:spcAft>
                <a:spcPts val="283"/>
              </a:spcAft>
              <a:buClr>
                <a:srgbClr val="83caff"/>
              </a:buClr>
              <a:buFont typeface="Comfortaa"/>
              <a:buChar char="•"/>
            </a:pPr>
            <a:r>
              <a:rPr b="0" lang="en-US" sz="2000" spc="-1" strike="noStrike">
                <a:solidFill>
                  <a:srgbClr val="eeeff0"/>
                </a:solidFill>
                <a:latin typeface="Droid Sans"/>
              </a:rPr>
              <a:t>Sixth Outline Level</a:t>
            </a:r>
            <a:endParaRPr b="0" lang="en-US" sz="2000" spc="-1" strike="noStrike">
              <a:solidFill>
                <a:srgbClr val="eeeff0"/>
              </a:solidFill>
              <a:latin typeface="Droid Sans"/>
            </a:endParaRPr>
          </a:p>
          <a:p>
            <a:pPr lvl="6" marL="3024000" indent="-216000">
              <a:spcAft>
                <a:spcPts val="283"/>
              </a:spcAft>
              <a:buClr>
                <a:srgbClr val="83caff"/>
              </a:buClr>
              <a:buFont typeface="Comfortaa"/>
              <a:buChar char="•"/>
            </a:pPr>
            <a:r>
              <a:rPr b="0" lang="en-US" sz="2000" spc="-1" strike="noStrike">
                <a:solidFill>
                  <a:srgbClr val="eeeff0"/>
                </a:solidFill>
                <a:latin typeface="Droid Sans"/>
              </a:rPr>
              <a:t>Seventh Outline Level</a:t>
            </a:r>
            <a:endParaRPr b="0" lang="en-US" sz="2000" spc="-1" strike="noStrike">
              <a:solidFill>
                <a:srgbClr val="eeeff0"/>
              </a:solidFill>
              <a:latin typeface="Droid Sans"/>
            </a:endParaRPr>
          </a:p>
        </p:txBody>
      </p:sp>
      <p:sp>
        <p:nvSpPr>
          <p:cNvPr id="2" name=""/>
          <p:cNvSpPr/>
          <p:nvPr/>
        </p:nvSpPr>
        <p:spPr>
          <a:xfrm>
            <a:off x="560880" y="1407600"/>
            <a:ext cx="9033840" cy="0"/>
          </a:xfrm>
          <a:prstGeom prst="line">
            <a:avLst/>
          </a:prstGeom>
          <a:ln w="2736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960" rIns="12960" tIns="-12960" bIns="-12960" anchor="t">
            <a:noAutofit/>
          </a:bodyPr>
          <a:p>
            <a:endParaRPr b="0" lang="en-US" sz="2400" spc="-1" strike="noStrike">
              <a:solidFill>
                <a:srgbClr val="eeeff0"/>
              </a:solidFill>
              <a:latin typeface="MgOpen Modat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3200400"/>
            <a:ext cx="9071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7200" spc="-1" strike="noStrike">
                <a:solidFill>
                  <a:srgbClr val="ffffff"/>
                </a:solidFill>
                <a:latin typeface="Comfortaa"/>
              </a:rPr>
              <a:t>Click to edit the title text format</a:t>
            </a:r>
            <a:endParaRPr b="0" lang="en-US" sz="7200" spc="-1" strike="noStrike">
              <a:solidFill>
                <a:srgbClr val="ffffff"/>
              </a:solidFill>
              <a:latin typeface="Comfortaa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04000" y="6629400"/>
            <a:ext cx="9071640" cy="498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Aft>
                <a:spcPts val="141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Aft>
                <a:spcPts val="113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Aft>
                <a:spcPts val="850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Aft>
                <a:spcPts val="56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Aft>
                <a:spcPts val="283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98434A02-FA97-477C-85FE-1F019C8B2916}" type="slidenum"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hyperlink" Target="mailto:example@fedoraproject.org" TargetMode="External"/><Relationship Id="rId2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613800" y="3481920"/>
            <a:ext cx="8204040" cy="59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/>
            <a:r>
              <a:rPr b="0" lang="en-US" sz="4000" spc="-1" strike="noStrike">
                <a:solidFill>
                  <a:srgbClr val="83caff"/>
                </a:solidFill>
                <a:latin typeface="Comfortaa"/>
              </a:rPr>
              <a:t>Subtitle</a:t>
            </a:r>
            <a:endParaRPr b="0" lang="en-US" sz="4000" spc="-1" strike="noStrike">
              <a:solidFill>
                <a:srgbClr val="83caff"/>
              </a:solidFill>
              <a:latin typeface="Comfortaa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1864800" y="5158800"/>
            <a:ext cx="4578480" cy="62244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3600" spc="-1" strike="noStrike">
                <a:solidFill>
                  <a:srgbClr val="eeeff0"/>
                </a:solidFill>
                <a:latin typeface="Comfortaa"/>
              </a:rPr>
              <a:t>Presenter Name</a:t>
            </a:r>
            <a:endParaRPr b="0" lang="en-US" sz="3600" spc="-1" strike="noStrike">
              <a:solidFill>
                <a:srgbClr val="eeeff0"/>
              </a:solidFill>
              <a:latin typeface="Comfortaa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1755360" y="4790880"/>
            <a:ext cx="2504880" cy="5032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2800" spc="-1" strike="noStrike">
                <a:solidFill>
                  <a:srgbClr val="83caff"/>
                </a:solidFill>
                <a:latin typeface="Comfortaa"/>
              </a:rPr>
              <a:t>Presented by</a:t>
            </a:r>
            <a:endParaRPr b="0" lang="en-US" sz="2800" spc="-1" strike="noStrike">
              <a:solidFill>
                <a:srgbClr val="83caff"/>
              </a:solidFill>
              <a:latin typeface="Comfortaa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1676160" y="5643000"/>
            <a:ext cx="3234960" cy="445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2400" spc="-1" strike="noStrike">
                <a:solidFill>
                  <a:srgbClr val="83caff"/>
                </a:solidFill>
                <a:latin typeface="Comfortaa"/>
              </a:rPr>
              <a:t>Title, Affiliation, etc.</a:t>
            </a:r>
            <a:endParaRPr b="0" lang="en-US" sz="2400" spc="-1" strike="noStrike">
              <a:solidFill>
                <a:srgbClr val="83caff"/>
              </a:solidFill>
              <a:latin typeface="Comfortaa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7070400" y="6978600"/>
            <a:ext cx="2823480" cy="5079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 anchorCtr="1">
            <a:noAutofit/>
          </a:bodyPr>
          <a:p>
            <a:pPr algn="r"/>
            <a:r>
              <a:rPr b="0" lang="en-US" sz="1400" spc="-1" strike="noStrike">
                <a:solidFill>
                  <a:srgbClr val="ffffff"/>
                </a:solidFill>
                <a:latin typeface="Droid Sans"/>
              </a:rPr>
              <a:t>License statement goes here.</a:t>
            </a:r>
            <a:endParaRPr b="0" lang="en-US" sz="1400" spc="-1" strike="noStrike">
              <a:solidFill>
                <a:srgbClr val="ffffff"/>
              </a:solidFill>
              <a:latin typeface="Droid Sans"/>
            </a:endParaRPr>
          </a:p>
          <a:p>
            <a:pPr algn="r"/>
            <a:endParaRPr b="0" lang="en-US" sz="1400" spc="-1" strike="noStrike">
              <a:solidFill>
                <a:srgbClr val="ffffff"/>
              </a:solidFill>
              <a:latin typeface="Droid Sans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228600" y="2545920"/>
            <a:ext cx="8758800" cy="115560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r"/>
            <a:r>
              <a:rPr b="0" lang="en-US" sz="7200" spc="-1" strike="noStrike">
                <a:solidFill>
                  <a:srgbClr val="ffffff"/>
                </a:solidFill>
                <a:latin typeface="Comfortaa"/>
              </a:rPr>
              <a:t>Presentation Title</a:t>
            </a:r>
            <a:endParaRPr b="0" lang="en-US" sz="7200" spc="-1" strike="noStrike">
              <a:solidFill>
                <a:srgbClr val="ffffff"/>
              </a:solidFill>
              <a:latin typeface="Comforta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77800" y="613800"/>
            <a:ext cx="8109000" cy="91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5400" spc="-1" strike="noStrike">
                <a:solidFill>
                  <a:srgbClr val="ffffff"/>
                </a:solidFill>
                <a:latin typeface="Comfortaa"/>
              </a:rPr>
              <a:t>Today's Topics</a:t>
            </a:r>
            <a:endParaRPr b="0" lang="en-US" sz="5400" spc="-1" strike="noStrike">
              <a:solidFill>
                <a:srgbClr val="ffffff"/>
              </a:solidFill>
              <a:latin typeface="Comforta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85800" y="1385280"/>
            <a:ext cx="8458200" cy="570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0">
              <a:spcAft>
                <a:spcPts val="1417"/>
              </a:spcAft>
              <a:buNone/>
            </a:pPr>
            <a:endParaRPr b="0" lang="en-US" sz="3200" spc="-1" strike="noStrike">
              <a:solidFill>
                <a:srgbClr val="eeeff0"/>
              </a:solidFill>
              <a:latin typeface="Droid Sans"/>
            </a:endParaRPr>
          </a:p>
          <a:p>
            <a:pPr marL="432000" indent="-324000">
              <a:spcAft>
                <a:spcPts val="1417"/>
              </a:spcAft>
              <a:buClr>
                <a:srgbClr val="eeeff0"/>
              </a:buClr>
              <a:buFont typeface="OpenSymbol"/>
              <a:buAutoNum type="arabicPeriod"/>
            </a:pPr>
            <a:r>
              <a:rPr b="0" lang="en-US" sz="3200" spc="-1" strike="noStrike">
                <a:solidFill>
                  <a:srgbClr val="eeeff0"/>
                </a:solidFill>
                <a:latin typeface="Cantarell"/>
              </a:rPr>
              <a:t> </a:t>
            </a:r>
            <a:r>
              <a:rPr b="0" lang="en-US" sz="3200" spc="-1" strike="noStrike">
                <a:solidFill>
                  <a:srgbClr val="eeeff0"/>
                </a:solidFill>
                <a:latin typeface="Droid Sans"/>
              </a:rPr>
              <a:t>First Topic</a:t>
            </a:r>
            <a:endParaRPr b="0" lang="en-US" sz="3200" spc="-1" strike="noStrike">
              <a:solidFill>
                <a:srgbClr val="eeeff0"/>
              </a:solidFill>
              <a:latin typeface="Droid Sans"/>
            </a:endParaRPr>
          </a:p>
          <a:p>
            <a:pPr marL="432000" indent="-324000">
              <a:spcAft>
                <a:spcPts val="1417"/>
              </a:spcAft>
              <a:buClr>
                <a:srgbClr val="eeeff0"/>
              </a:buClr>
              <a:buFont typeface="OpenSymbol"/>
              <a:buAutoNum type="arabicPeriod"/>
            </a:pPr>
            <a:r>
              <a:rPr b="0" lang="en-US" sz="3200" spc="-1" strike="noStrike">
                <a:solidFill>
                  <a:srgbClr val="eeeff0"/>
                </a:solidFill>
                <a:latin typeface="Droid Sans"/>
              </a:rPr>
              <a:t> </a:t>
            </a:r>
            <a:r>
              <a:rPr b="0" lang="en-US" sz="3200" spc="-1" strike="noStrike">
                <a:solidFill>
                  <a:srgbClr val="eeeff0"/>
                </a:solidFill>
                <a:latin typeface="Droid Sans"/>
              </a:rPr>
              <a:t>Second Topic</a:t>
            </a:r>
            <a:endParaRPr b="0" lang="en-US" sz="3200" spc="-1" strike="noStrike">
              <a:solidFill>
                <a:srgbClr val="eeeff0"/>
              </a:solidFill>
              <a:latin typeface="Droid Sans"/>
            </a:endParaRPr>
          </a:p>
          <a:p>
            <a:pPr marL="432000" indent="-324000">
              <a:spcAft>
                <a:spcPts val="1417"/>
              </a:spcAft>
              <a:buClr>
                <a:srgbClr val="eeeff0"/>
              </a:buClr>
              <a:buFont typeface="OpenSymbol"/>
              <a:buAutoNum type="arabicPeriod"/>
            </a:pPr>
            <a:r>
              <a:rPr b="0" lang="en-US" sz="3200" spc="-1" strike="noStrike">
                <a:solidFill>
                  <a:srgbClr val="eeeff0"/>
                </a:solidFill>
                <a:latin typeface="Droid Sans"/>
              </a:rPr>
              <a:t> </a:t>
            </a:r>
            <a:r>
              <a:rPr b="0" lang="en-US" sz="3200" spc="-1" strike="noStrike">
                <a:solidFill>
                  <a:srgbClr val="eeeff0"/>
                </a:solidFill>
                <a:latin typeface="Droid Sans"/>
              </a:rPr>
              <a:t>Third Topic</a:t>
            </a:r>
            <a:endParaRPr b="0" lang="en-US" sz="3200" spc="-1" strike="noStrike">
              <a:solidFill>
                <a:srgbClr val="eeeff0"/>
              </a:solidFill>
              <a:latin typeface="Droid Sans"/>
            </a:endParaRPr>
          </a:p>
          <a:p>
            <a:pPr lvl="1" marL="864000" indent="-324000">
              <a:spcAft>
                <a:spcPts val="1134"/>
              </a:spcAft>
              <a:buClr>
                <a:srgbClr val="eeeff0"/>
              </a:buClr>
              <a:buFont typeface="OpenSymbol"/>
              <a:buAutoNum type="alphaLcPeriod"/>
            </a:pPr>
            <a:r>
              <a:rPr b="0" lang="en-US" sz="2800" spc="-1" strike="noStrike">
                <a:solidFill>
                  <a:srgbClr val="eeeff0"/>
                </a:solidFill>
                <a:latin typeface="Droid Sans"/>
              </a:rPr>
              <a:t>Sub Topic</a:t>
            </a:r>
            <a:endParaRPr b="0" lang="en-US" sz="2800" spc="-1" strike="noStrike">
              <a:solidFill>
                <a:srgbClr val="eeeff0"/>
              </a:solidFill>
              <a:latin typeface="Droid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3200400"/>
            <a:ext cx="907164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7200" spc="-1" strike="noStrike">
                <a:solidFill>
                  <a:srgbClr val="ffffff"/>
                </a:solidFill>
                <a:latin typeface="Comfortaa"/>
              </a:rPr>
              <a:t>First Topic</a:t>
            </a:r>
            <a:endParaRPr b="0" lang="en-US" sz="7200" spc="-1" strike="noStrike">
              <a:solidFill>
                <a:srgbClr val="ffffff"/>
              </a:solidFill>
              <a:latin typeface="Comforta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29560" y="685800"/>
            <a:ext cx="9071640" cy="83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5400" spc="-1" strike="noStrike">
                <a:solidFill>
                  <a:srgbClr val="ffffff"/>
                </a:solidFill>
                <a:latin typeface="Comfortaa"/>
              </a:rPr>
              <a:t>Details</a:t>
            </a:r>
            <a:endParaRPr b="0" lang="en-US" sz="5400" spc="-1" strike="noStrike">
              <a:solidFill>
                <a:srgbClr val="ffffff"/>
              </a:solidFill>
              <a:latin typeface="Comfortaa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98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Aft>
                <a:spcPts val="1417"/>
              </a:spcAft>
              <a:buClr>
                <a:srgbClr val="83caff"/>
              </a:buClr>
              <a:buSzPct val="150000"/>
              <a:buFont typeface="Comfortaa"/>
              <a:buChar char="•"/>
            </a:pPr>
            <a:r>
              <a:rPr b="0" lang="en-US" sz="3200" spc="-1" strike="noStrike">
                <a:solidFill>
                  <a:srgbClr val="eeeff0"/>
                </a:solidFill>
                <a:latin typeface="Droid Sans"/>
              </a:rPr>
              <a:t>Detail about first topic.</a:t>
            </a:r>
            <a:endParaRPr b="0" lang="en-US" sz="3200" spc="-1" strike="noStrike">
              <a:solidFill>
                <a:srgbClr val="eeeff0"/>
              </a:solidFill>
              <a:latin typeface="Droid Sans"/>
            </a:endParaRPr>
          </a:p>
          <a:p>
            <a:pPr marL="432000" indent="-324000">
              <a:spcAft>
                <a:spcPts val="1417"/>
              </a:spcAft>
              <a:buClr>
                <a:srgbClr val="83caff"/>
              </a:buClr>
              <a:buSzPct val="150000"/>
              <a:buFont typeface="Comfortaa"/>
              <a:buChar char="•"/>
            </a:pPr>
            <a:r>
              <a:rPr b="0" lang="en-US" sz="3200" spc="-1" strike="noStrike">
                <a:solidFill>
                  <a:srgbClr val="eeeff0"/>
                </a:solidFill>
                <a:latin typeface="Droid Sans"/>
              </a:rPr>
              <a:t>Another detail about the first topic.</a:t>
            </a:r>
            <a:endParaRPr b="0" lang="en-US" sz="3200" spc="-1" strike="noStrike">
              <a:solidFill>
                <a:srgbClr val="eeeff0"/>
              </a:solidFill>
              <a:latin typeface="Droid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3200400"/>
            <a:ext cx="907164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7200" spc="-1" strike="noStrike">
                <a:solidFill>
                  <a:srgbClr val="ffffff"/>
                </a:solidFill>
                <a:latin typeface="Comfortaa"/>
              </a:rPr>
              <a:t>Second Topic</a:t>
            </a:r>
            <a:endParaRPr b="0" lang="en-US" sz="7200" spc="-1" strike="noStrike">
              <a:solidFill>
                <a:srgbClr val="ffffff"/>
              </a:solidFill>
              <a:latin typeface="Comforta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29560" y="685800"/>
            <a:ext cx="9071640" cy="83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5400" spc="-1" strike="noStrike">
                <a:solidFill>
                  <a:srgbClr val="ffffff"/>
                </a:solidFill>
                <a:latin typeface="Comfortaa"/>
              </a:rPr>
              <a:t>Details</a:t>
            </a:r>
            <a:endParaRPr b="0" lang="en-US" sz="5400" spc="-1" strike="noStrike">
              <a:solidFill>
                <a:srgbClr val="ffffff"/>
              </a:solidFill>
              <a:latin typeface="Comfortaa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98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Aft>
                <a:spcPts val="1417"/>
              </a:spcAft>
              <a:buClr>
                <a:srgbClr val="83caff"/>
              </a:buClr>
              <a:buSzPct val="150000"/>
              <a:buFont typeface="Comfortaa"/>
              <a:buChar char="•"/>
            </a:pPr>
            <a:r>
              <a:rPr b="0" lang="en-US" sz="3200" spc="-1" strike="noStrike">
                <a:solidFill>
                  <a:srgbClr val="eeeff0"/>
                </a:solidFill>
                <a:latin typeface="Droid Sans"/>
              </a:rPr>
              <a:t>Detail about second topic</a:t>
            </a:r>
            <a:endParaRPr b="0" lang="en-US" sz="3200" spc="-1" strike="noStrike">
              <a:solidFill>
                <a:srgbClr val="eeeff0"/>
              </a:solidFill>
              <a:latin typeface="Droid Sans"/>
            </a:endParaRPr>
          </a:p>
          <a:p>
            <a:pPr marL="432000" indent="-324000">
              <a:spcAft>
                <a:spcPts val="1417"/>
              </a:spcAft>
              <a:buClr>
                <a:srgbClr val="83caff"/>
              </a:buClr>
              <a:buSzPct val="150000"/>
              <a:buFont typeface="Comfortaa"/>
              <a:buChar char="•"/>
            </a:pPr>
            <a:r>
              <a:rPr b="0" lang="en-US" sz="3200" spc="-1" strike="noStrike">
                <a:solidFill>
                  <a:srgbClr val="eeeff0"/>
                </a:solidFill>
                <a:latin typeface="Droid Sans"/>
              </a:rPr>
              <a:t>Another detail about second topic</a:t>
            </a:r>
            <a:endParaRPr b="0" lang="en-US" sz="3200" spc="-1" strike="noStrike">
              <a:solidFill>
                <a:srgbClr val="eeeff0"/>
              </a:solidFill>
              <a:latin typeface="Droid Sans"/>
            </a:endParaRPr>
          </a:p>
          <a:p>
            <a:pPr lvl="1" marL="864000" indent="-324000">
              <a:spcAft>
                <a:spcPts val="1134"/>
              </a:spcAft>
              <a:buClr>
                <a:srgbClr val="83caff"/>
              </a:buClr>
              <a:buSzPct val="125000"/>
              <a:buFont typeface="Comfortaa"/>
              <a:buChar char="•"/>
            </a:pPr>
            <a:r>
              <a:rPr b="0" lang="en-US" sz="2800" spc="-1" strike="noStrike">
                <a:solidFill>
                  <a:srgbClr val="eeeff0"/>
                </a:solidFill>
                <a:latin typeface="Droid Sans"/>
              </a:rPr>
              <a:t>Sub-detail </a:t>
            </a:r>
            <a:endParaRPr b="0" lang="en-US" sz="2800" spc="-1" strike="noStrike">
              <a:solidFill>
                <a:srgbClr val="eeeff0"/>
              </a:solidFill>
              <a:latin typeface="Droid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29560" y="514800"/>
            <a:ext cx="9071640" cy="117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5400" spc="-1" strike="noStrike">
                <a:solidFill>
                  <a:srgbClr val="ffffff"/>
                </a:solidFill>
                <a:latin typeface="Comfortaa"/>
              </a:rPr>
              <a:t>Summary</a:t>
            </a:r>
            <a:endParaRPr b="0" lang="en-US" sz="5400" spc="-1" strike="noStrike">
              <a:solidFill>
                <a:srgbClr val="ffffff"/>
              </a:solidFill>
              <a:latin typeface="Comfortaa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8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Aft>
                <a:spcPts val="1417"/>
              </a:spcAft>
              <a:buClr>
                <a:srgbClr val="83caff"/>
              </a:buClr>
              <a:buSzPct val="150000"/>
              <a:buFont typeface="Comfortaa"/>
              <a:buChar char="•"/>
            </a:pPr>
            <a:r>
              <a:rPr b="0" lang="en-US" sz="3200" spc="-1" strike="noStrike">
                <a:solidFill>
                  <a:srgbClr val="eeeff0"/>
                </a:solidFill>
                <a:latin typeface="Droid Sans"/>
              </a:rPr>
              <a:t>Summarize first topic.</a:t>
            </a:r>
            <a:endParaRPr b="0" lang="en-US" sz="3200" spc="-1" strike="noStrike">
              <a:solidFill>
                <a:srgbClr val="eeeff0"/>
              </a:solidFill>
              <a:latin typeface="Droid Sans"/>
            </a:endParaRPr>
          </a:p>
          <a:p>
            <a:pPr marL="432000" indent="-324000">
              <a:spcAft>
                <a:spcPts val="1417"/>
              </a:spcAft>
              <a:buClr>
                <a:srgbClr val="83caff"/>
              </a:buClr>
              <a:buSzPct val="150000"/>
              <a:buFont typeface="Comfortaa"/>
              <a:buChar char="•"/>
            </a:pPr>
            <a:r>
              <a:rPr b="0" lang="en-US" sz="3200" spc="-1" strike="noStrike">
                <a:solidFill>
                  <a:srgbClr val="eeeff0"/>
                </a:solidFill>
                <a:latin typeface="Droid Sans"/>
              </a:rPr>
              <a:t>Summarize second topic.</a:t>
            </a:r>
            <a:endParaRPr b="0" lang="en-US" sz="3200" spc="-1" strike="noStrike">
              <a:solidFill>
                <a:srgbClr val="eeeff0"/>
              </a:solidFill>
              <a:latin typeface="Droid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88640" y="2527200"/>
            <a:ext cx="9601200" cy="130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7200" spc="-1" strike="noStrike">
                <a:solidFill>
                  <a:srgbClr val="ffffff"/>
                </a:solidFill>
                <a:latin typeface="Comfortaa"/>
              </a:rPr>
              <a:t>Questions</a:t>
            </a:r>
            <a:r>
              <a:rPr b="0" lang="en-US" sz="8800" spc="-1" strike="noStrike">
                <a:solidFill>
                  <a:srgbClr val="ffffff"/>
                </a:solidFill>
                <a:latin typeface="Comfortaa"/>
              </a:rPr>
              <a:t>?</a:t>
            </a:r>
            <a:endParaRPr b="0" lang="en-US" sz="8800" spc="-1" strike="noStrike">
              <a:solidFill>
                <a:srgbClr val="ffffff"/>
              </a:solidFill>
              <a:latin typeface="Comfortaa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320040" y="6921000"/>
            <a:ext cx="9500400" cy="5079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 anchorCtr="1">
            <a:noAutofit/>
          </a:bodyPr>
          <a:p>
            <a:pPr algn="r"/>
            <a:r>
              <a:rPr b="0" lang="en-US" sz="1400" spc="-1" strike="noStrike">
                <a:solidFill>
                  <a:srgbClr val="ffffff"/>
                </a:solidFill>
                <a:latin typeface="Droid Sans"/>
              </a:rPr>
              <a:t>License statement goes here.</a:t>
            </a:r>
            <a:endParaRPr b="0" lang="en-US" sz="1400" spc="-1" strike="noStrike">
              <a:solidFill>
                <a:srgbClr val="ffffff"/>
              </a:solidFill>
              <a:latin typeface="Droid Sans"/>
            </a:endParaRPr>
          </a:p>
          <a:p>
            <a:pPr algn="r"/>
            <a:endParaRPr b="0" lang="en-US" sz="1400" spc="-1" strike="noStrike">
              <a:solidFill>
                <a:srgbClr val="ffffff"/>
              </a:solidFill>
              <a:latin typeface="Droid Sans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444960" y="6058800"/>
            <a:ext cx="6737400" cy="5644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3200" spc="-1" strike="noStrike">
                <a:solidFill>
                  <a:srgbClr val="ffffff"/>
                </a:solidFill>
                <a:latin typeface="Comfortaa"/>
                <a:hlinkClick r:id="rId1"/>
              </a:rPr>
              <a:t>example@fedoraproject.org</a:t>
            </a:r>
            <a:endParaRPr b="0" lang="en-US" sz="3200" spc="-1" strike="noStrike">
              <a:solidFill>
                <a:srgbClr val="83caff"/>
              </a:solidFill>
              <a:latin typeface="Comfortaa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460440" y="5691600"/>
            <a:ext cx="2156040" cy="4744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2600" spc="-1" strike="noStrike">
                <a:solidFill>
                  <a:srgbClr val="83caff"/>
                </a:solidFill>
                <a:latin typeface="Comfortaa"/>
              </a:rPr>
              <a:t>Contact:</a:t>
            </a:r>
            <a:endParaRPr b="0" lang="en-US" sz="2600" spc="-1" strike="noStrike">
              <a:solidFill>
                <a:srgbClr val="83caff"/>
              </a:solidFill>
              <a:latin typeface="Comforta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2026-10-19T16:21:29Z</dcterms:created>
  <dc:creator/>
  <dc:description>Based on "Standard Fedora template" by Emily Dirsh (https://fedoraproject.org/wiki/Templates_for_Presentations). License: CC-BY</dc:description>
  <dc:language>en-US</dc:language>
  <cp:lastModifiedBy/>
  <cp:revision>1</cp:revision>
  <dc:subject/>
  <dc:title/>
</cp:coreProperties>
</file>