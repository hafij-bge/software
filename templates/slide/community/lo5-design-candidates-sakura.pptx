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AK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459800" y="183600"/>
            <a:ext cx="84250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330920" y="176904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555880" y="1769040"/>
            <a:ext cx="40233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1330920" y="405936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FA1EC8-C0E6-4B52-8CA1-ACDD632E1F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K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59800" y="183600"/>
            <a:ext cx="84250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C85FFF-C6D3-452C-A9B6-21179BBE45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AKUR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59800" y="183600"/>
            <a:ext cx="84250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330920" y="176904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555880" y="1769040"/>
            <a:ext cx="40233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330920" y="405936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17BBAA-4387-4778-A81B-028BBECFDD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0000" y="27162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cc0066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cc0066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4196520"/>
            <a:ext cx="9071640" cy="195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868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51F4AFD-292A-478A-A74A-D34C7AAFEA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278280" y="323280"/>
            <a:ext cx="5775480" cy="1348560"/>
          </a:xfrm>
          <a:prstGeom prst="rect">
            <a:avLst/>
          </a:prstGeom>
          <a:ln w="0">
            <a:noFill/>
          </a:ln>
        </p:spPr>
      </p:pic>
      <p:pic>
        <p:nvPicPr>
          <p:cNvPr id="6" name="" descr=""/>
          <p:cNvPicPr/>
          <p:nvPr/>
        </p:nvPicPr>
        <p:blipFill>
          <a:blip r:embed="rId3"/>
          <a:stretch/>
        </p:blipFill>
        <p:spPr>
          <a:xfrm>
            <a:off x="4131360" y="5891040"/>
            <a:ext cx="5775480" cy="1348560"/>
          </a:xfrm>
          <a:prstGeom prst="rect">
            <a:avLst/>
          </a:prstGeom>
          <a:ln w="0">
            <a:noFill/>
          </a:ln>
        </p:spPr>
      </p:pic>
      <p:pic>
        <p:nvPicPr>
          <p:cNvPr id="7" name="" descr=""/>
          <p:cNvPicPr/>
          <p:nvPr/>
        </p:nvPicPr>
        <p:blipFill>
          <a:blip r:embed="rId4"/>
          <a:stretch/>
        </p:blipFill>
        <p:spPr>
          <a:xfrm rot="20520000">
            <a:off x="1328760" y="715320"/>
            <a:ext cx="8344800" cy="1875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1330920" y="0"/>
            <a:ext cx="8749080" cy="7560000"/>
          </a:xfrm>
          <a:prstGeom prst="rect">
            <a:avLst/>
          </a:prstGeom>
          <a:solidFill>
            <a:srgbClr val="f8c3b1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459800" y="183600"/>
            <a:ext cx="84250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330920" y="1769040"/>
            <a:ext cx="82447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578DF6-4B0E-45F6-9AB8-2ACF1F3CDD6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9" name=""/>
          <p:cNvGrpSpPr/>
          <p:nvPr/>
        </p:nvGrpSpPr>
        <p:grpSpPr>
          <a:xfrm>
            <a:off x="125640" y="121320"/>
            <a:ext cx="1376640" cy="7419960"/>
            <a:chOff x="125640" y="121320"/>
            <a:chExt cx="1376640" cy="7419960"/>
          </a:xfrm>
        </p:grpSpPr>
        <p:pic>
          <p:nvPicPr>
            <p:cNvPr id="20" name="" descr=""/>
            <p:cNvPicPr/>
            <p:nvPr/>
          </p:nvPicPr>
          <p:blipFill>
            <a:blip r:embed="rId2"/>
            <a:stretch/>
          </p:blipFill>
          <p:spPr>
            <a:xfrm>
              <a:off x="125640" y="121320"/>
              <a:ext cx="1158120" cy="6571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" name="" descr=""/>
            <p:cNvPicPr/>
            <p:nvPr/>
          </p:nvPicPr>
          <p:blipFill>
            <a:blip r:embed="rId3"/>
            <a:srcRect l="0" t="17577" r="0" b="51266"/>
            <a:stretch/>
          </p:blipFill>
          <p:spPr>
            <a:xfrm>
              <a:off x="344160" y="6625800"/>
              <a:ext cx="1158120" cy="91548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0000" y="27162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cc0066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59800" y="183600"/>
            <a:ext cx="84250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330920" y="176904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1330920" y="4059360"/>
            <a:ext cx="402336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555880" y="1769040"/>
            <a:ext cx="40233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2026-10-19T16:22:02Z</dcterms:created>
  <dc:creator/>
  <dc:description/>
  <dc:language>en-US</dc:language>
  <cp:lastModifiedBy/>
  <cp:revision>1</cp:revision>
  <dc:subject/>
  <dc:title/>
</cp:coreProperties>
</file>