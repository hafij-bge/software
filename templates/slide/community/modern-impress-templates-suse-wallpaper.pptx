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use-wall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pl-PL" sz="4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1218A-29B7-4000-8BCD-E2C798F4DA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82676" sy="775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pl-PL" sz="48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1" lang="pl-PL" sz="4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F396B22-5128-422B-95C3-127C63AB81ED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pl-PL" sz="4800" spc="-1" strike="noStrike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Verdan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2026-10-19T16:22:17Z</dcterms:created>
  <dc:creator/>
  <dc:description>Creative Commons License
Some rights reserved. This work is licensed under a Creative Commons Attribution 3.0 Unported.
Based on Maxim Darak's Suse wallpaper available here:
http://suse-art.org/content/show.php/suse+wallpaper?content=86586</dc:description>
  <dc:language>en-US</dc:language>
  <cp:lastModifiedBy/>
  <cp:revision>1</cp:revision>
  <dc:subject/>
  <dc:title>Suse Wallpaper</dc:title>
</cp:coreProperties>
</file>