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213080" y="6895800"/>
            <a:ext cx="5736240" cy="68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ffff00"/>
              </a:solidFill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216000" y="360000"/>
            <a:ext cx="9071640" cy="56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cs-CZ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4DC76B-E761-46EA-91AB-7D3D089E85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213080" y="6895800"/>
            <a:ext cx="5736240" cy="68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ffff00"/>
              </a:solidFill>
              <a:latin typeface="DejaVu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16000" y="360000"/>
            <a:ext cx="9071640" cy="56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cs-CZ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4DBDE7-52CE-460B-8D8B-047B7F0E87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V="1" rot="5400000">
            <a:off x="5940000" y="3420360"/>
            <a:ext cx="7560000" cy="720360"/>
          </a:xfrm>
          <a:prstGeom prst="rtTriangle">
            <a:avLst/>
          </a:prstGeom>
          <a:solidFill>
            <a:srgbClr val="aea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"/>
          <p:cNvSpPr/>
          <p:nvPr/>
        </p:nvSpPr>
        <p:spPr>
          <a:xfrm>
            <a:off x="0" y="6840360"/>
            <a:ext cx="3996000" cy="720000"/>
          </a:xfrm>
          <a:prstGeom prst="rtTriangle">
            <a:avLst/>
          </a:prstGeom>
          <a:solidFill>
            <a:srgbClr val="00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 flipH="1">
            <a:off x="0" y="6048720"/>
            <a:ext cx="10080000" cy="1512000"/>
          </a:xfrm>
          <a:prstGeom prst="rtTriangle">
            <a:avLst/>
          </a:prstGeom>
          <a:solidFill>
            <a:srgbClr val="7729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24000" y="2484000"/>
            <a:ext cx="9071640" cy="25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cs-CZ" sz="4400" spc="-1" strike="noStrike">
                <a:solidFill>
                  <a:srgbClr val="ffff00"/>
                </a:solidFill>
                <a:latin typeface="Arial"/>
              </a:rPr>
              <a:t>Click to edit the title text format</a:t>
            </a:r>
            <a:endParaRPr b="0" lang="cs-CZ" sz="440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92000" y="8136000"/>
            <a:ext cx="907164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" lnSpcReduction="20000"/>
          </a:bodyPr>
          <a:p>
            <a:pPr marL="432000" indent="-324000"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cs-CZ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cs-CZ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cs-CZ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867720" y="0"/>
            <a:ext cx="234828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 rot="5400000">
            <a:off x="8221680" y="133668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-180000" y="6948000"/>
            <a:ext cx="1080000" cy="5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cs-CZ" sz="2400" spc="-1" strike="noStrike">
                <a:solidFill>
                  <a:srgbClr val="ffff0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fld id="{B87942A4-C9F9-495C-BA31-EE7E44F2820A}" type="slidenum">
              <a:rPr b="0" lang="cs-CZ" sz="2400" spc="-1" strike="noStrike">
                <a:solidFill>
                  <a:srgbClr val="ffff00"/>
                </a:solidFill>
                <a:latin typeface="DejaVu Sans"/>
              </a:rPr>
              <a:t>&lt;number&gt;</a:t>
            </a:fld>
            <a:endParaRPr b="0" lang="cs-CZ" sz="2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flipV="1" rot="5400000">
            <a:off x="5940000" y="3420000"/>
            <a:ext cx="7560000" cy="720360"/>
          </a:xfrm>
          <a:prstGeom prst="rtTriangle">
            <a:avLst/>
          </a:prstGeom>
          <a:solidFill>
            <a:srgbClr val="aea79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6840000"/>
            <a:ext cx="3996000" cy="720000"/>
          </a:xfrm>
          <a:prstGeom prst="rtTriangle">
            <a:avLst/>
          </a:prstGeom>
          <a:solidFill>
            <a:srgbClr val="00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0" y="6048360"/>
            <a:ext cx="10080000" cy="1512000"/>
          </a:xfrm>
          <a:prstGeom prst="rtTriangle">
            <a:avLst/>
          </a:prstGeom>
          <a:solidFill>
            <a:srgbClr val="7729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 rot="21120000">
            <a:off x="4232880" y="6492960"/>
            <a:ext cx="5736240" cy="68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cs-CZ" sz="4400" spc="-1" strike="noStrike">
                <a:solidFill>
                  <a:srgbClr val="ffff00"/>
                </a:solidFill>
                <a:latin typeface="DejaVu Sans"/>
              </a:rPr>
              <a:t>Click to edit the title text format</a:t>
            </a:r>
            <a:endParaRPr b="0" lang="cs-CZ" sz="4400" spc="-1" strike="noStrike">
              <a:solidFill>
                <a:srgbClr val="ffff00"/>
              </a:solidFill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16000" y="360000"/>
            <a:ext cx="9071640" cy="56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cs-CZ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cs-CZ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cs-CZ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6975720" y="0"/>
            <a:ext cx="234828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 rot="5400000">
            <a:off x="8221680" y="133668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-180000" y="6939720"/>
            <a:ext cx="1080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cs-CZ" sz="2400" spc="-1" strike="noStrike">
                <a:solidFill>
                  <a:srgbClr val="ffff0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fld id="{04670687-C868-4477-A16D-75515B18BDCA}" type="slidenum">
              <a:rPr b="0" lang="cs-CZ" sz="2400" spc="-1" strike="noStrike">
                <a:solidFill>
                  <a:srgbClr val="ffff00"/>
                </a:solidFill>
                <a:latin typeface="DejaVu Sans"/>
              </a:rPr>
              <a:t>&lt;number&gt;</a:t>
            </a:fld>
            <a:endParaRPr b="0" lang="cs-CZ" sz="2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24000" y="2484000"/>
            <a:ext cx="9071640" cy="259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792000" y="8136000"/>
            <a:ext cx="907164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49" lnSpcReduction="20000"/>
          </a:bodyPr>
          <a:p>
            <a:pPr indent="0">
              <a:spcAft>
                <a:spcPts val="1417"/>
              </a:spcAft>
              <a:buNone/>
            </a:pPr>
            <a:endParaRPr b="0" lang="cs-CZ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 rot="21087000">
            <a:off x="5174640" y="6474240"/>
            <a:ext cx="4824000" cy="71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0" lang="cs-CZ" sz="2200" spc="-1" strike="noStrike">
                <a:solidFill>
                  <a:srgbClr val="ffff00"/>
                </a:solidFill>
                <a:latin typeface="DejaVu Sans"/>
              </a:rPr>
              <a:t>Author</a:t>
            </a:r>
            <a:endParaRPr b="0" lang="cs-CZ" sz="2200" spc="-1" strike="noStrike">
              <a:solidFill>
                <a:srgbClr val="ffffff"/>
              </a:solidFill>
              <a:latin typeface="Arial"/>
            </a:endParaRPr>
          </a:p>
          <a:p>
            <a:pPr algn="r"/>
            <a:r>
              <a:rPr b="0" lang="cs-CZ" sz="2000" spc="-1" strike="noStrike">
                <a:solidFill>
                  <a:srgbClr val="ffffff"/>
                </a:solidFill>
                <a:latin typeface="DejaVu Sans"/>
              </a:rPr>
              <a:t>Some text here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7BCD0-AD06-4303-8954-C66AA2918D1A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 rot="21120000">
            <a:off x="4202640" y="6548760"/>
            <a:ext cx="5736240" cy="130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ffff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16000" y="360000"/>
            <a:ext cx="9071640" cy="56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cs-CZ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D5F32-7D80-4DF1-AD3B-D67737F60BB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2014-11-22T13:48:59Z</dcterms:created>
  <dc:creator>Ondřej Kadlec</dc:creator>
  <dc:description/>
  <dc:language>en-US</dc:language>
  <cp:lastModifiedBy>Ondřej Kadlec</cp:lastModifiedBy>
  <dcterms:modified xsi:type="dcterms:W3CDTF">2015-01-27T20:33:16Z</dcterms:modified>
  <cp:revision>34</cp:revision>
  <dc:subject/>
  <dc:title/>
</cp:coreProperties>
</file>