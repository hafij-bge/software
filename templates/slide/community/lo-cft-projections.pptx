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oj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106193-59D6-4505-A67F-28FCA003D2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3FC7782-4E6B-4AB5-B89E-B31741BEA072}" type="slidenum"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5c8526"/>
                </a:solidFill>
                <a:latin typeface="Arial"/>
              </a:rPr>
              <a:t>Gall-Peters Projection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36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5c8526"/>
                </a:solidFill>
                <a:latin typeface="Arial"/>
              </a:rPr>
              <a:t>Hobo-Dyer Projection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36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5c8526"/>
                </a:solidFill>
                <a:latin typeface="Arial"/>
              </a:rPr>
              <a:t>Winkel-Tripel Projection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2026-10-19T16:21:40Z</dcterms:created>
  <dc:creator/>
  <dc:description/>
  <dc:language>en-US</dc:language>
  <cp:lastModifiedBy/>
  <cp:revision>1</cp:revision>
  <dc:subject/>
  <dc:title/>
</cp:coreProperties>
</file>