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BBFA2C-CCD3-43B7-AB6C-8C3A046BBE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86122" sy="103346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DDB0602-6360-4793-94F8-FB440020C7B7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2026-10-19T16:22:11Z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eCO-blue</dc:title>
</cp:coreProperties>
</file>