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eco-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E0A71E-D229-4854-B578-BBE1963A67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62007" sy="7441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Open Sans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Open Sans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Open Sans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B1A523E-2DEB-42B7-859D-391DDC8B0751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2026-10-19T16:22:15Z</dcterms:created>
  <dc:creator/>
  <dc:description>Based on eCO - Wallpapers by lassekongo83: http://lassekongo83.deviantart.com/art/eCO-Wallpapers-153472704. License: CC-BY. Description: Minimalistic wallpapers that are good to use when you don't want to be distracted. ;)</dc:description>
  <dc:language>en-US</dc:language>
  <cp:lastModifiedBy/>
  <cp:revision>1</cp:revision>
  <dc:subject/>
  <dc:title>eCO-pink</dc:title>
</cp:coreProperties>
</file>