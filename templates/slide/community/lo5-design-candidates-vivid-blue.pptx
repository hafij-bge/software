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</p:sldIdLst>
  <p:sldSz cx="119983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ldImg"/>
          </p:nvPr>
        </p:nvSpPr>
        <p:spPr>
          <a:xfrm>
            <a:off x="1566720" y="1117440"/>
            <a:ext cx="4425120" cy="373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r>
              <a:rPr b="0" lang="es-AR" sz="7200" spc="-1" strike="noStrike">
                <a:solidFill>
                  <a:srgbClr val="04617b"/>
                </a:solidFill>
                <a:latin typeface="Open Sans Light"/>
              </a:rPr>
              <a:t>Click to move the slide</a:t>
            </a:r>
            <a:endParaRPr b="0" lang="es-AR" sz="7200" spc="-1" strike="noStrike">
              <a:solidFill>
                <a:srgbClr val="04617b"/>
              </a:solidFill>
              <a:latin typeface="Open Sans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044000" y="5096520"/>
            <a:ext cx="5471640" cy="4487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10000"/>
              </a:lnSpc>
              <a:spcAft>
                <a:spcPts val="567"/>
              </a:spcAft>
              <a:buNone/>
            </a:pPr>
            <a:r>
              <a:rPr b="0" lang="es-AR" sz="2000" spc="-1" strike="noStrike">
                <a:solidFill>
                  <a:srgbClr val="000000"/>
                </a:solidFill>
                <a:latin typeface="Open Sans"/>
              </a:rPr>
              <a:t>Click to edit the notes format</a:t>
            </a:r>
            <a:endParaRPr b="0" lang="es-AR" sz="20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hdr"/>
          </p:nvPr>
        </p:nvSpPr>
        <p:spPr>
          <a:xfrm>
            <a:off x="360000" y="360000"/>
            <a:ext cx="2968200" cy="49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Open Sans"/>
              </a:rPr>
              <a:t>&lt;header&gt;</a:t>
            </a:r>
            <a:endParaRPr b="0" lang="es-AR" sz="14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dt" idx="10"/>
          </p:nvPr>
        </p:nvSpPr>
        <p:spPr>
          <a:xfrm>
            <a:off x="4231440" y="360000"/>
            <a:ext cx="2968200" cy="49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Open Sans"/>
              </a:defRPr>
            </a:lvl1pPr>
          </a:lstStyle>
          <a:p>
            <a:pPr indent="0" algn="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Open Sans"/>
              </a:rPr>
              <a:t>&lt;date/time&gt;</a:t>
            </a:r>
            <a:endParaRPr b="0" lang="es-AR" sz="14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ftr" idx="11"/>
          </p:nvPr>
        </p:nvSpPr>
        <p:spPr>
          <a:xfrm>
            <a:off x="360000" y="9833400"/>
            <a:ext cx="2968200" cy="49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Open Sans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Open Sans"/>
              </a:rPr>
              <a:t>&lt;footer&gt;</a:t>
            </a:r>
            <a:endParaRPr b="0" lang="es-AR" sz="14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sldNum" idx="12"/>
          </p:nvPr>
        </p:nvSpPr>
        <p:spPr>
          <a:xfrm>
            <a:off x="4231440" y="9833400"/>
            <a:ext cx="2968200" cy="49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Open Sans"/>
              </a:defRPr>
            </a:lvl1pPr>
          </a:lstStyle>
          <a:p>
            <a:pPr indent="0" algn="r">
              <a:buNone/>
            </a:pPr>
            <a:fld id="{6F5BDA66-8D24-4878-9684-178F519A688B}" type="slidenum">
              <a:rPr b="0" lang="es-AR" sz="1400" spc="-1" strike="noStrike">
                <a:solidFill>
                  <a:srgbClr val="000000"/>
                </a:solidFill>
                <a:latin typeface="Open Sans"/>
              </a:rPr>
              <a:t>&lt;number&gt;</a:t>
            </a:fld>
            <a:endParaRPr b="0" lang="es-AR" sz="1400" spc="-1" strike="noStrike">
              <a:solidFill>
                <a:srgbClr val="000000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sldImg"/>
          </p:nvPr>
        </p:nvSpPr>
        <p:spPr>
          <a:xfrm>
            <a:off x="1566720" y="1117440"/>
            <a:ext cx="4425120" cy="3738960"/>
          </a:xfrm>
          <a:prstGeom prst="rect">
            <a:avLst/>
          </a:prstGeom>
          <a:ln w="0">
            <a:noFill/>
          </a:ln>
        </p:spPr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374760" y="5480640"/>
            <a:ext cx="6825240" cy="485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10000"/>
              </a:lnSpc>
              <a:spcAft>
                <a:spcPts val="567"/>
              </a:spcAft>
              <a:buNone/>
            </a:pPr>
            <a:r>
              <a:rPr b="0" i="1" lang="es-AR" sz="1800" spc="-1" strike="noStrike">
                <a:solidFill>
                  <a:srgbClr val="000000"/>
                </a:solidFill>
                <a:latin typeface="Open Sans"/>
              </a:rPr>
              <a:t>“</a:t>
            </a:r>
            <a:r>
              <a:rPr b="0" i="1" lang="es-AR" sz="1800" spc="-1" strike="noStrike">
                <a:solidFill>
                  <a:srgbClr val="000000"/>
                </a:solidFill>
                <a:latin typeface="Open Sans"/>
              </a:rPr>
              <a:t>La ingeniería de eq de fases comprende la aplicación del conocimiento fenomenológico del comportamiento de sistemas homogéneos y multifásicos, y su predicción mediante herramientas termodinámicas, con la finalidad de contribuir al desarrollo de procesos químicos. El diseño del equilibrio de fases es un nexo entre los requerimiento de un dado proceso y las actividades académicas de medición y modelado de datos experimentales.</a:t>
            </a:r>
            <a:endParaRPr b="0" lang="es-AR" sz="1800" spc="-1" strike="noStrike">
              <a:solidFill>
                <a:srgbClr val="000000"/>
              </a:solidFill>
              <a:latin typeface="Open Sans"/>
            </a:endParaRPr>
          </a:p>
          <a:p>
            <a:pPr indent="0">
              <a:lnSpc>
                <a:spcPct val="110000"/>
              </a:lnSpc>
              <a:spcAft>
                <a:spcPts val="567"/>
              </a:spcAft>
              <a:buNone/>
            </a:pPr>
            <a:r>
              <a:rPr b="0" i="1" lang="es-AR" sz="1800" spc="-1" strike="noStrike">
                <a:solidFill>
                  <a:srgbClr val="000000"/>
                </a:solidFill>
                <a:latin typeface="Open Sans"/>
              </a:rPr>
              <a:t>[…] Esta disponibilidad (de simuladores computacionales) hace necesario estudiarla, con la finalidad de alcanzar un uso más fehaciente y efectivo de éstos, a través del desarrollo de criterios generales que faciliten la comprensión del potencial y limitaciones del proceso químico.”</a:t>
            </a:r>
            <a:endParaRPr b="0" lang="es-AR" sz="1800" spc="-1" strike="noStrike">
              <a:solidFill>
                <a:srgbClr val="000000"/>
              </a:solidFill>
              <a:latin typeface="Open Sans"/>
            </a:endParaRPr>
          </a:p>
          <a:p>
            <a:pPr indent="0">
              <a:lnSpc>
                <a:spcPct val="110000"/>
              </a:lnSpc>
              <a:spcAft>
                <a:spcPts val="567"/>
              </a:spcAft>
              <a:buNone/>
            </a:pPr>
            <a:r>
              <a:rPr b="0" lang="es-AR" sz="1800" spc="-1" strike="noStrike">
                <a:solidFill>
                  <a:srgbClr val="000000"/>
                </a:solidFill>
                <a:latin typeface="Open Sans"/>
              </a:rPr>
              <a:t>Pereda, tesis doctoral, PLAPIQUI/UNS </a:t>
            </a:r>
            <a:r>
              <a:rPr b="1" lang="es-AR" sz="1800" spc="-1" strike="noStrike">
                <a:solidFill>
                  <a:srgbClr val="000000"/>
                </a:solidFill>
                <a:latin typeface="Open Sans"/>
              </a:rPr>
              <a:t>2003</a:t>
            </a:r>
            <a:r>
              <a:rPr b="0" lang="es-AR" sz="1800" spc="-1" strike="noStrike">
                <a:solidFill>
                  <a:srgbClr val="000000"/>
                </a:solidFill>
                <a:latin typeface="Open Sans"/>
              </a:rPr>
              <a:t>, pp 4.1.</a:t>
            </a:r>
            <a:endParaRPr b="0" lang="es-AR" sz="1800" spc="-1" strike="noStrike">
              <a:solidFill>
                <a:srgbClr val="000000"/>
              </a:solidFill>
              <a:latin typeface="Open Sans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4AC01B-2F9D-4037-84A8-679E11199B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99040" y="301320"/>
            <a:ext cx="1079856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endParaRPr b="0" lang="es-AR" sz="5400" spc="-1" strike="noStrike">
              <a:solidFill>
                <a:srgbClr val="ffffff"/>
              </a:solidFill>
              <a:latin typeface="Open Sans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99040" y="1769040"/>
            <a:ext cx="105584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B32823-FBFB-4E9B-B490-E1492AC2BD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E7A2E3-5C73-4033-B49F-2B11AF9EDE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99040" y="301320"/>
            <a:ext cx="1079856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buNone/>
            </a:pPr>
            <a:endParaRPr b="0" lang="es-AR" sz="5400" spc="-1" strike="noStrike">
              <a:solidFill>
                <a:srgbClr val="ffffff"/>
              </a:solidFill>
              <a:latin typeface="Open Sans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99040" y="1769040"/>
            <a:ext cx="105584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148"/>
              </a:spcAft>
              <a:buNone/>
            </a:pPr>
            <a:endParaRPr b="0" lang="es-AR" sz="26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18027B-B9CA-4E78-A642-2FE5F9E12F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Vivi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AF3DB04-C35B-48BE-A3F0-13A6809CDF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599040" y="6887160"/>
            <a:ext cx="27954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Open Sans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Open Sans"/>
              </a:rPr>
              <a:t>&lt;date/time&gt;</a:t>
            </a:r>
            <a:endParaRPr b="0" lang="es-AR" sz="14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4102560" y="6887160"/>
            <a:ext cx="380304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Open Sans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Open Sans"/>
              </a:rPr>
              <a:t>&lt;footer&gt;</a:t>
            </a:r>
            <a:endParaRPr b="0" lang="es-AR" sz="14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602200" y="6887160"/>
            <a:ext cx="27954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2200" spc="-1" strike="noStrike">
                <a:solidFill>
                  <a:srgbClr val="000000"/>
                </a:solidFill>
                <a:latin typeface="Open Sans"/>
              </a:defRPr>
            </a:lvl1pPr>
          </a:lstStyle>
          <a:p>
            <a:pPr indent="0" algn="r">
              <a:buNone/>
            </a:pPr>
            <a:fld id="{60AC55BC-B920-4998-866F-AED20F28702B}" type="slidenum">
              <a:rPr b="0" lang="es-AR" sz="2200" spc="-1" strike="noStrike">
                <a:solidFill>
                  <a:srgbClr val="000000"/>
                </a:solidFill>
                <a:latin typeface="Open Sans"/>
              </a:rPr>
              <a:t>&lt;number&gt;</a:t>
            </a:fld>
            <a:endParaRPr b="0" lang="es-AR" sz="22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48640" y="301320"/>
            <a:ext cx="10798560" cy="44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r>
              <a:rPr b="0" lang="es-AR" sz="7200" spc="-1" strike="noStrike">
                <a:solidFill>
                  <a:srgbClr val="04617b"/>
                </a:solidFill>
                <a:latin typeface="Open Sans Light"/>
              </a:rPr>
              <a:t>Click to edit the title text format</a:t>
            </a:r>
            <a:endParaRPr b="0" lang="es-AR" sz="7200" spc="-1" strike="noStrike">
              <a:solidFill>
                <a:srgbClr val="04617b"/>
              </a:solidFill>
              <a:latin typeface="Open Sans Light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52960" y="5216400"/>
            <a:ext cx="10789920" cy="219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633"/>
          </a:bodyPr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600" spc="-1" strike="noStrike">
                <a:solidFill>
                  <a:srgbClr val="000000"/>
                </a:solidFill>
                <a:latin typeface="Open Sans"/>
              </a:rPr>
              <a:t>Click to edit the outline text format</a:t>
            </a:r>
            <a:endParaRPr b="0" lang="es-AR" sz="2600" spc="-1" strike="noStrike">
              <a:solidFill>
                <a:srgbClr val="000000"/>
              </a:solidFill>
              <a:latin typeface="Open Sans"/>
            </a:endParaRPr>
          </a:p>
          <a:p>
            <a:pPr lvl="1" marL="864000" indent="-324000">
              <a:spcAft>
                <a:spcPts val="112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200" spc="-1" strike="noStrike">
                <a:solidFill>
                  <a:srgbClr val="000000"/>
                </a:solidFill>
                <a:latin typeface="Open Sans"/>
              </a:rPr>
              <a:t>Second Outline Level</a:t>
            </a:r>
            <a:endParaRPr b="0" lang="es-AR" sz="2200" spc="-1" strike="noStrike">
              <a:solidFill>
                <a:srgbClr val="000000"/>
              </a:solidFill>
              <a:latin typeface="Open Sans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Open Sans"/>
              </a:rPr>
              <a:t>Third Outline Level</a:t>
            </a:r>
            <a:endParaRPr b="0" lang="es-AR" sz="2400" spc="-1" strike="noStrike">
              <a:solidFill>
                <a:srgbClr val="000000"/>
              </a:solidFill>
              <a:latin typeface="Open Sans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Open Sans"/>
              </a:rPr>
              <a:t>Fourth Outline Level</a:t>
            </a:r>
            <a:endParaRPr b="0" lang="es-AR" sz="2000" spc="-1" strike="noStrike">
              <a:solidFill>
                <a:srgbClr val="000000"/>
              </a:solidFill>
              <a:latin typeface="Open Sans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Open Sans"/>
              </a:rPr>
              <a:t>Fifth Outline Level</a:t>
            </a:r>
            <a:endParaRPr b="0" lang="es-AR" sz="2000" spc="-1" strike="noStrike">
              <a:solidFill>
                <a:srgbClr val="000000"/>
              </a:solidFill>
              <a:latin typeface="Open Sans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Open Sans"/>
              </a:rPr>
              <a:t>Sixth Outline Level</a:t>
            </a:r>
            <a:endParaRPr b="0" lang="es-AR" sz="2000" spc="-1" strike="noStrike">
              <a:solidFill>
                <a:srgbClr val="000000"/>
              </a:solidFill>
              <a:latin typeface="Open Sans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Open Sans"/>
              </a:rPr>
              <a:t>Seventh Outline Level</a:t>
            </a:r>
            <a:endParaRPr b="0" lang="es-AR" sz="2000" spc="-1" strike="noStrike">
              <a:solidFill>
                <a:srgbClr val="000000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99040" y="121320"/>
            <a:ext cx="10798560" cy="1262160"/>
          </a:xfrm>
          <a:prstGeom prst="rect">
            <a:avLst/>
          </a:prstGeom>
          <a:noFill/>
          <a:ln w="0">
            <a:noFill/>
          </a:ln>
          <a:effectLst>
            <a:outerShdw dist="18000" dir="5400000" blurRad="0" rotWithShape="0">
              <a:srgbClr val="000000">
                <a:alpha val="30000"/>
              </a:srgbClr>
            </a:outerShdw>
          </a:effectLst>
        </p:spPr>
        <p:txBody>
          <a:bodyPr lIns="0" rIns="0" tIns="0" bIns="0" anchor="b">
            <a:normAutofit fontScale="98333" lnSpcReduction="20000"/>
          </a:bodyPr>
          <a:p>
            <a:pPr indent="0">
              <a:buNone/>
            </a:pPr>
            <a:r>
              <a:rPr b="0" lang="es-AR" sz="5400" spc="-1" strike="noStrike">
                <a:solidFill>
                  <a:srgbClr val="ffffff"/>
                </a:solidFill>
                <a:latin typeface="Open Sans Light"/>
              </a:rPr>
              <a:t>Click to edit the title text format</a:t>
            </a:r>
            <a:endParaRPr b="0" lang="es-AR" sz="5400" spc="-1" strike="noStrike">
              <a:solidFill>
                <a:srgbClr val="ffffff"/>
              </a:solidFill>
              <a:latin typeface="Open Sans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99040" y="1769040"/>
            <a:ext cx="105584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148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s-AR" sz="2600" spc="-1" strike="noStrike">
                <a:solidFill>
                  <a:srgbClr val="000000"/>
                </a:solidFill>
                <a:latin typeface="Open Sans"/>
              </a:rPr>
              <a:t>Pulse para editar el formato de esquema del texto</a:t>
            </a:r>
            <a:endParaRPr b="0" lang="es-AR" sz="2600" spc="-1" strike="noStrike">
              <a:solidFill>
                <a:srgbClr val="000000"/>
              </a:solidFill>
              <a:latin typeface="Open Sans"/>
            </a:endParaRPr>
          </a:p>
          <a:p>
            <a:pPr lvl="1" marL="864000" indent="-324000">
              <a:spcAft>
                <a:spcPts val="1123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b="0" lang="es-AR" sz="2200" spc="-1" strike="noStrike">
                <a:solidFill>
                  <a:srgbClr val="000000"/>
                </a:solidFill>
                <a:latin typeface="Open Sans"/>
              </a:rPr>
              <a:t>Segundo nivel del esquema</a:t>
            </a:r>
            <a:endParaRPr b="0" lang="es-AR" sz="2200" spc="-1" strike="noStrike">
              <a:solidFill>
                <a:srgbClr val="000000"/>
              </a:solidFill>
              <a:latin typeface="Open Sans"/>
            </a:endParaRPr>
          </a:p>
          <a:p>
            <a:pPr lvl="2" marL="1296000" indent="-288000">
              <a:spcAft>
                <a:spcPts val="85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Open Sans"/>
              </a:rPr>
              <a:t>Tercer nivel del esquema</a:t>
            </a:r>
            <a:endParaRPr b="0" lang="es-AR" sz="2000" spc="-1" strike="noStrike">
              <a:solidFill>
                <a:srgbClr val="000000"/>
              </a:solidFill>
              <a:latin typeface="Open Sans"/>
            </a:endParaRPr>
          </a:p>
          <a:p>
            <a:pPr lvl="3" marL="1728000" indent="-216000">
              <a:spcAft>
                <a:spcPts val="567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Open Sans"/>
              </a:rPr>
              <a:t>Cuarto nivel del esquema</a:t>
            </a:r>
            <a:endParaRPr b="0" lang="es-AR" sz="2000" spc="-1" strike="noStrike">
              <a:solidFill>
                <a:srgbClr val="000000"/>
              </a:solidFill>
              <a:latin typeface="Open Sans"/>
            </a:endParaRPr>
          </a:p>
          <a:p>
            <a:pPr lvl="4" marL="2160000" indent="-216000">
              <a:spcAft>
                <a:spcPts val="283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Open Sans"/>
              </a:rPr>
              <a:t>Quinto nivel del esquema</a:t>
            </a:r>
            <a:endParaRPr b="0" lang="es-AR" sz="2000" spc="-1" strike="noStrike">
              <a:solidFill>
                <a:srgbClr val="000000"/>
              </a:solidFill>
              <a:latin typeface="Open Sans"/>
            </a:endParaRPr>
          </a:p>
          <a:p>
            <a:pPr lvl="5" marL="2592000" indent="-216000">
              <a:spcAft>
                <a:spcPts val="283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Open Sans"/>
              </a:rPr>
              <a:t>Sexto nivel del esquema</a:t>
            </a:r>
            <a:endParaRPr b="0" lang="es-AR" sz="2000" spc="-1" strike="noStrike">
              <a:solidFill>
                <a:srgbClr val="000000"/>
              </a:solidFill>
              <a:latin typeface="Open Sans"/>
            </a:endParaRPr>
          </a:p>
          <a:p>
            <a:pPr lvl="6" marL="3024000" indent="-216000">
              <a:spcAft>
                <a:spcPts val="283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Open Sans"/>
              </a:rPr>
              <a:t>Séptimo nivel del esquema</a:t>
            </a:r>
            <a:endParaRPr b="0" lang="es-AR" sz="20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599040" y="6887160"/>
            <a:ext cx="27954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Open Sans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Open Sans"/>
              </a:rPr>
              <a:t>&lt;date/time&gt;</a:t>
            </a:r>
            <a:endParaRPr b="0" lang="es-AR" sz="14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102560" y="6887160"/>
            <a:ext cx="380304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Open Sans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Open Sans"/>
              </a:rPr>
              <a:t>&lt;footer&gt;</a:t>
            </a:r>
            <a:endParaRPr b="0" lang="es-AR" sz="14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02200" y="6887160"/>
            <a:ext cx="27954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Open Sans"/>
              </a:defRPr>
            </a:lvl1pPr>
          </a:lstStyle>
          <a:p>
            <a:pPr indent="0" algn="r">
              <a:buNone/>
            </a:pPr>
            <a:fld id="{CA422496-110A-4B6E-8934-ABEEB2705246}" type="slidenum">
              <a:rPr b="0" lang="es-AR" sz="1400" spc="-1" strike="noStrike">
                <a:solidFill>
                  <a:srgbClr val="000000"/>
                </a:solidFill>
                <a:latin typeface="Open Sans"/>
              </a:rPr>
              <a:t>&lt;number&gt;</a:t>
            </a:fld>
            <a:endParaRPr b="0" lang="es-AR" sz="1400" spc="-1" strike="noStrike">
              <a:solidFill>
                <a:srgbClr val="000000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3"/>
    <p:sldLayoutId id="2147483653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99040" y="301320"/>
            <a:ext cx="1079856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8333" lnSpcReduction="20000"/>
          </a:bodyPr>
          <a:p>
            <a:pPr indent="0">
              <a:buNone/>
            </a:pPr>
            <a:r>
              <a:rPr b="0" lang="es-AR" sz="5400" spc="-1" strike="noStrike">
                <a:solidFill>
                  <a:srgbClr val="ffffff"/>
                </a:solidFill>
                <a:latin typeface="Open Sans Light"/>
              </a:rPr>
              <a:t>Click to edit the title text format</a:t>
            </a:r>
            <a:endParaRPr b="0" lang="es-AR" sz="5400" spc="-1" strike="noStrike">
              <a:solidFill>
                <a:srgbClr val="ffffff"/>
              </a:solidFill>
              <a:latin typeface="Open Sans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99040" y="1769040"/>
            <a:ext cx="105584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148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600" spc="-1" strike="noStrike">
                <a:solidFill>
                  <a:srgbClr val="000000"/>
                </a:solidFill>
                <a:latin typeface="Open Sans"/>
              </a:rPr>
              <a:t>Click to edit the outline text format</a:t>
            </a:r>
            <a:endParaRPr b="0" lang="es-AR" sz="2600" spc="-1" strike="noStrike">
              <a:solidFill>
                <a:srgbClr val="000000"/>
              </a:solidFill>
              <a:latin typeface="Open Sans"/>
            </a:endParaRPr>
          </a:p>
          <a:p>
            <a:pPr lvl="1" marL="864000" indent="-324000">
              <a:spcAft>
                <a:spcPts val="112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200" spc="-1" strike="noStrike">
                <a:solidFill>
                  <a:srgbClr val="000000"/>
                </a:solidFill>
                <a:latin typeface="Open Sans"/>
              </a:rPr>
              <a:t>Second Outline Level</a:t>
            </a:r>
            <a:endParaRPr b="0" lang="es-AR" sz="2200" spc="-1" strike="noStrike">
              <a:solidFill>
                <a:srgbClr val="000000"/>
              </a:solidFill>
              <a:latin typeface="Open Sans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Open Sans"/>
              </a:rPr>
              <a:t>Third Outline Level</a:t>
            </a:r>
            <a:endParaRPr b="0" lang="es-AR" sz="2400" spc="-1" strike="noStrike">
              <a:solidFill>
                <a:srgbClr val="000000"/>
              </a:solidFill>
              <a:latin typeface="Open Sans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Open Sans"/>
              </a:rPr>
              <a:t>Fourth Outline Level</a:t>
            </a:r>
            <a:endParaRPr b="0" lang="es-AR" sz="2000" spc="-1" strike="noStrike">
              <a:solidFill>
                <a:srgbClr val="000000"/>
              </a:solidFill>
              <a:latin typeface="Open Sans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Open Sans"/>
              </a:rPr>
              <a:t>Fifth Outline Level</a:t>
            </a:r>
            <a:endParaRPr b="0" lang="es-AR" sz="2000" spc="-1" strike="noStrike">
              <a:solidFill>
                <a:srgbClr val="000000"/>
              </a:solidFill>
              <a:latin typeface="Open Sans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Open Sans"/>
              </a:rPr>
              <a:t>Sixth Outline Level</a:t>
            </a:r>
            <a:endParaRPr b="0" lang="es-AR" sz="2000" spc="-1" strike="noStrike">
              <a:solidFill>
                <a:srgbClr val="000000"/>
              </a:solidFill>
              <a:latin typeface="Open Sans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Open Sans"/>
              </a:rPr>
              <a:t>Seventh Outline Level</a:t>
            </a:r>
            <a:endParaRPr b="0" lang="es-AR" sz="20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599040" y="6887160"/>
            <a:ext cx="27954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Open Sans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Open Sans"/>
              </a:rPr>
              <a:t>&lt;date/time&gt;</a:t>
            </a:r>
            <a:endParaRPr b="0" lang="es-AR" sz="14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4102560" y="6887160"/>
            <a:ext cx="380304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Open Sans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Open Sans"/>
              </a:rPr>
              <a:t>&lt;footer&gt;</a:t>
            </a:r>
            <a:endParaRPr b="0" lang="es-AR" sz="1400" spc="-1" strike="noStrike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8602200" y="6887160"/>
            <a:ext cx="27954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Open Sans"/>
              </a:defRPr>
            </a:lvl1pPr>
          </a:lstStyle>
          <a:p>
            <a:pPr indent="0" algn="r">
              <a:buNone/>
            </a:pPr>
            <a:fld id="{FDA387D7-C419-4303-9C56-1DA9DBCB51F3}" type="slidenum">
              <a:rPr b="0" lang="es-AR" sz="1400" spc="-1" strike="noStrike">
                <a:solidFill>
                  <a:srgbClr val="000000"/>
                </a:solidFill>
                <a:latin typeface="Open Sans"/>
              </a:rPr>
              <a:t>&lt;number&gt;</a:t>
            </a:fld>
            <a:endParaRPr b="0" lang="es-AR" sz="1400" spc="-1" strike="noStrike">
              <a:solidFill>
                <a:srgbClr val="000000"/>
              </a:solidFill>
              <a:latin typeface="Open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48640" y="301320"/>
            <a:ext cx="10798560" cy="445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endParaRPr b="0" lang="es-AR" sz="7200" spc="-1" strike="noStrike">
              <a:solidFill>
                <a:srgbClr val="04617b"/>
              </a:solidFill>
              <a:latin typeface="Open Sans Light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ubTitle"/>
          </p:nvPr>
        </p:nvSpPr>
        <p:spPr>
          <a:xfrm>
            <a:off x="552960" y="5216400"/>
            <a:ext cx="10789920" cy="2192040"/>
          </a:xfrm>
          <a:prstGeom prst="rect">
            <a:avLst/>
          </a:prstGeom>
          <a:noFill/>
          <a:ln w="0">
            <a:noFill/>
          </a:ln>
          <a:effectLst>
            <a:outerShdw dist="18000" dir="5400000" blurRad="0" rotWithShape="0">
              <a:srgbClr val="000000">
                <a:alpha val="30000"/>
              </a:srgbClr>
            </a:outerShdw>
          </a:effectLst>
        </p:spPr>
        <p:txBody>
          <a:bodyPr lIns="0" rIns="0" tIns="0" bIns="0" anchor="t">
            <a:noAutofit/>
          </a:bodyPr>
          <a:p>
            <a:pPr indent="0">
              <a:buNone/>
            </a:pPr>
            <a:endParaRPr b="1" lang="es-AR" sz="3200" spc="-1" strike="noStrike">
              <a:solidFill>
                <a:srgbClr val="dbf5f9"/>
              </a:solidFill>
              <a:latin typeface="Open Sans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99040" y="121320"/>
            <a:ext cx="10798560" cy="1262160"/>
          </a:xfrm>
          <a:prstGeom prst="rect">
            <a:avLst/>
          </a:prstGeom>
          <a:noFill/>
          <a:ln w="0">
            <a:noFill/>
          </a:ln>
          <a:effectLst>
            <a:outerShdw dist="18000" dir="5400000" blurRad="0" rotWithShape="0">
              <a:srgbClr val="000000">
                <a:alpha val="30000"/>
              </a:srgbClr>
            </a:outerShdw>
          </a:effectLst>
        </p:spPr>
        <p:txBody>
          <a:bodyPr lIns="0" rIns="0" tIns="0" bIns="0" anchor="b">
            <a:normAutofit/>
          </a:bodyPr>
          <a:p>
            <a:pPr indent="0">
              <a:buNone/>
            </a:pPr>
            <a:endParaRPr b="0" lang="es-AR" sz="5400" spc="-1" strike="noStrike">
              <a:solidFill>
                <a:srgbClr val="ffffff"/>
              </a:solidFill>
              <a:latin typeface="Open Sans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99040" y="1769040"/>
            <a:ext cx="105584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148"/>
              </a:spcAft>
              <a:buNone/>
            </a:pPr>
            <a:endParaRPr b="0" lang="es-AR" sz="2600" spc="-1" strike="noStrike">
              <a:solidFill>
                <a:srgbClr val="000000"/>
              </a:solidFill>
              <a:latin typeface="Open Sans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subTitle"/>
          </p:nvPr>
        </p:nvSpPr>
        <p:spPr>
          <a:xfrm>
            <a:off x="599040" y="822960"/>
            <a:ext cx="10798560" cy="585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AR" sz="3200" spc="-1" strike="noStrike">
              <a:solidFill>
                <a:srgbClr val="000000"/>
              </a:solidFill>
              <a:latin typeface="Open Sans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2026-10-19T16:22:05Z</dcterms:created>
  <dc:creator/>
  <dc:description/>
  <dc:language>en-US</dc:language>
  <cp:lastModifiedBy/>
  <cp:revision>1</cp:revision>
  <dc:subject/>
  <dc:title>TesisPortada1</dc:title>
</cp:coreProperties>
</file>