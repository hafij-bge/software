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png" ContentType="image/png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</p:sldMasterIdLst>
  <p:sldIdLst>
    <p:sldId id="256" r:id="rId7"/>
    <p:sldId id="257" r:id="rId8"/>
    <p:sldId id="258" r:id="rId9"/>
    <p:sldId id="259" r:id="rId10"/>
    <p:sldId id="260" r:id="rId11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r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8D4167-457D-487F-BE1F-80538825B3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r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C225DE-9D8A-47EA-A711-D09E480BAF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097847-62C1-4992-9B7A-20A337590D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E43CCE2-6938-4B61-9F44-4529F3AF58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85107B-A2A8-4BBC-8C98-ABFA5C69AF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299D365-AEAC-40DD-A10A-418E36EF76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04000" y="2749680"/>
            <a:ext cx="9576000" cy="1485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821600" y="2909160"/>
            <a:ext cx="8740800" cy="116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720000" y="468000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4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 idx="3"/>
          </p:nvPr>
        </p:nvSpPr>
        <p:spPr>
          <a:xfrm>
            <a:off x="887904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C448909-2A55-4CC3-BA9F-3FBD91F8AFF9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fld id="{4E59FCAC-FA19-43F6-8851-86041A81F4DA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 flipH="1">
            <a:off x="6264000" y="3528000"/>
            <a:ext cx="6094800" cy="342756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-72000" y="99360"/>
            <a:ext cx="9576000" cy="148500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8219436-A5B0-4618-A520-F4686985D3B7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fld id="{59999069-A639-4F71-BD6D-30ACFF488898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-72000" y="99720"/>
            <a:ext cx="9576000" cy="148500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7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8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21CC7E5-B1A0-4C87-BAD1-B0CF37EB28F4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fld id="{DF0CE044-5639-44E1-97A1-A78367D6DD9F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 descr=""/>
          <p:cNvPicPr/>
          <p:nvPr/>
        </p:nvPicPr>
        <p:blipFill>
          <a:blip r:embed="rId2"/>
          <a:stretch/>
        </p:blipFill>
        <p:spPr>
          <a:xfrm flipH="1">
            <a:off x="6532560" y="3672000"/>
            <a:ext cx="5851080" cy="3291120"/>
          </a:xfrm>
          <a:prstGeom prst="rect">
            <a:avLst/>
          </a:prstGeom>
          <a:ln w="0">
            <a:noFill/>
          </a:ln>
        </p:spPr>
      </p:pic>
      <p:pic>
        <p:nvPicPr>
          <p:cNvPr id="28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-72000" y="99720"/>
            <a:ext cx="9576000" cy="1485000"/>
          </a:xfrm>
          <a:prstGeom prst="rect">
            <a:avLst/>
          </a:prstGeom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0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1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2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BA18D5F-8B3C-4E5E-B881-8AC326EF748F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fld id="{3CE6682D-A9FF-44E2-A32A-26E0D35C4B65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 flipH="1">
            <a:off x="6532920" y="3692880"/>
            <a:ext cx="5851080" cy="3291120"/>
          </a:xfrm>
          <a:prstGeom prst="rect">
            <a:avLst/>
          </a:prstGeom>
          <a:ln w="0">
            <a:noFill/>
          </a:ln>
        </p:spPr>
      </p:pic>
      <p:pic>
        <p:nvPicPr>
          <p:cNvPr id="37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-72000" y="100080"/>
            <a:ext cx="9576000" cy="148500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3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14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5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DA1E653-51BE-4CAA-9715-8E8DC28BCE0C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fld id="{8D8C8ACA-C8EC-457F-A694-B1AD2D60DD03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821600" y="290916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874080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089756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2026-10-19T16:21:33Z</dcterms:created>
  <dc:creator/>
  <dc:description/>
  <dc:language>en-US</dc:language>
  <cp:lastModifiedBy/>
  <cp:revision>1</cp:revision>
  <dc:subject/>
  <dc:title/>
</cp:coreProperties>
</file>