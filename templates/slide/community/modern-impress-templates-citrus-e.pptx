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itrus-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123C0A-4846-42E0-99E5-57FFC7664C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6142" sy="66141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Verdana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Verdana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Verdana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Verdana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Verdana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Verdana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Verdana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Verdana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Verdana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Verdana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Verdana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Verdana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Verdana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A54ADC1-55C0-4F1A-B50A-E11814CDE7E5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814040"/>
            <a:ext cx="9071640" cy="489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2026-10-19T16:22:09Z</dcterms:created>
  <dc:creator/>
  <dc:description>Creative Commons License
Some rights reserved. This work is licensed under a
Creative Commons Attribution 3.0 License.
Based on Dianita89's wallpaper Citrus E available here:
http://dianita89.deviantart.com/art/Citrus-E-62956586</dc:description>
  <dc:language>en-US</dc:language>
  <cp:lastModifiedBy/>
  <cp:revision>1</cp:revision>
  <dc:subject/>
  <dc:title>Citrus E</dc:title>
</cp:coreProperties>
</file>