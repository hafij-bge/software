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1" r:id="rId3"/>
  </p:sldMasterIdLst>
  <p:sldIdLst>
    <p:sldId id="256" r:id="rId4"/>
    <p:sldId id="257" r:id="rId5"/>
    <p:sldId id="258" r:id="rId6"/>
    <p:sldId id="259" r:id="rId7"/>
    <p:sldId id="260" r:id="rId8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列 1</c:v>
                </c:pt>
              </c:strCache>
            </c:strRef>
          </c:tx>
          <c:spPr>
            <a:solidFill>
              <a:srgbClr val="c7243a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行 1</c:v>
                </c:pt>
                <c:pt idx="1">
                  <c:v>行 2</c:v>
                </c:pt>
                <c:pt idx="2">
                  <c:v>行 3</c:v>
                </c:pt>
                <c:pt idx="3">
                  <c:v>行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9.1</c:v>
                </c:pt>
                <c:pt idx="1">
                  <c:v>2.4</c:v>
                </c:pt>
                <c:pt idx="2">
                  <c:v>3.1</c:v>
                </c:pt>
                <c:pt idx="3">
                  <c:v>4.3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列 2</c:v>
                </c:pt>
              </c:strCache>
            </c:strRef>
          </c:tx>
          <c:spPr>
            <a:solidFill>
              <a:srgbClr val="edad0b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行 1</c:v>
                </c:pt>
                <c:pt idx="1">
                  <c:v>行 2</c:v>
                </c:pt>
                <c:pt idx="2">
                  <c:v>行 3</c:v>
                </c:pt>
                <c:pt idx="3">
                  <c:v>行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3.2</c:v>
                </c:pt>
                <c:pt idx="1">
                  <c:v>8.8</c:v>
                </c:pt>
                <c:pt idx="2">
                  <c:v>1.5</c:v>
                </c:pt>
                <c:pt idx="3">
                  <c:v>9.02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列 3</c:v>
                </c:pt>
              </c:strCache>
            </c:strRef>
          </c:tx>
          <c:spPr>
            <a:solidFill>
              <a:srgbClr val="009f8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行 1</c:v>
                </c:pt>
                <c:pt idx="1">
                  <c:v>行 2</c:v>
                </c:pt>
                <c:pt idx="2">
                  <c:v>行 3</c:v>
                </c:pt>
                <c:pt idx="3">
                  <c:v>行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4.54</c:v>
                </c:pt>
                <c:pt idx="1">
                  <c:v>9.65</c:v>
                </c:pt>
                <c:pt idx="2">
                  <c:v>3.7</c:v>
                </c:pt>
                <c:pt idx="3">
                  <c:v>6.2</c:v>
                </c:pt>
              </c:numCache>
            </c:numRef>
          </c:val>
        </c:ser>
        <c:gapWidth val="100"/>
        <c:overlap val="0"/>
        <c:axId val="78819055"/>
        <c:axId val="28826738"/>
      </c:barChart>
      <c:catAx>
        <c:axId val="78819055"/>
        <c:scaling>
          <c:orientation val="minMax"/>
        </c:scaling>
        <c:delete val="1"/>
        <c:axPos val="b"/>
        <c:numFmt formatCode="[$-411]yyyy/mm/dd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28826738"/>
        <c:auto val="1"/>
        <c:lblAlgn val="ctr"/>
        <c:lblOffset val="100"/>
        <c:noMultiLvlLbl val="0"/>
      </c:catAx>
      <c:valAx>
        <c:axId val="28826738"/>
        <c:scaling>
          <c:orientation val="minMax"/>
        </c:scaling>
        <c:delete val="0"/>
        <c:axPos val="l"/>
        <c:majorGridlines>
          <c:spPr>
            <a:ln w="0">
              <a:solidFill>
                <a:srgbClr val="b3b3b3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 w="0">
            <a:solidFill>
              <a:srgbClr val="b3b3b3"/>
            </a:solidFill>
          </a:ln>
        </c:spPr>
        <c:txPr>
          <a:bodyPr/>
          <a:lstStyle/>
          <a:p>
            <a:pPr>
              <a:defRPr b="0" sz="1000" spc="-1" strike="noStrike">
                <a:solidFill>
                  <a:srgbClr val="000000"/>
                </a:solidFill>
                <a:latin typeface="Arial"/>
              </a:defRPr>
            </a:pPr>
          </a:p>
        </c:txPr>
        <c:crossAx val="78819055"/>
        <c:crosses val="autoZero"/>
        <c:crossBetween val="between"/>
      </c:valAx>
      <c:spPr>
        <a:noFill/>
        <a:ln w="0">
          <a:solidFill>
            <a:srgbClr val="b3b3b3"/>
          </a:solidFill>
        </a:ln>
      </c:spPr>
    </c:plotArea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lassy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656000"/>
            <a:ext cx="9071640" cy="29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2009B6-7E2B-479F-A358-05C591C1EB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lassy_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656000"/>
            <a:ext cx="9071640" cy="29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2187A8-FD1D-4035-AA19-A8F5342977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lassy_re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656000"/>
            <a:ext cx="9071640" cy="29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5104800"/>
            <a:ext cx="10080000" cy="5810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648000"/>
            <a:ext cx="9071640" cy="2736000"/>
          </a:xfrm>
          <a:prstGeom prst="rect">
            <a:avLst/>
          </a:prstGeom>
          <a:solidFill>
            <a:srgbClr val="c7243a"/>
          </a:solidFill>
          <a:ln w="0">
            <a:noFill/>
          </a:ln>
        </p:spPr>
        <p:txBody>
          <a:bodyPr lIns="7200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816000" y="3600000"/>
            <a:ext cx="5255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9980"/>
          </a:bodyPr>
          <a:p>
            <a:pPr marL="432000" indent="-324000">
              <a:spcAft>
                <a:spcPts val="106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848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1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63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422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1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1728000" y="528408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ffffff"/>
                </a:solidFill>
                <a:latin typeface="Arial"/>
                <a:ea typeface="Meiryo UI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&lt;date/time&gt;</a:t>
            </a:r>
            <a:endParaRPr b="0" lang="en-US" sz="1400" spc="-1" strike="noStrike">
              <a:solidFill>
                <a:srgbClr val="ffffff"/>
              </a:solidFill>
              <a:latin typeface="Arial"/>
              <a:ea typeface="Meiryo UI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4221000" y="527184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ffffff"/>
                </a:solidFill>
                <a:latin typeface="Arial"/>
                <a:ea typeface="Meiryo UI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&lt;footer&gt;</a:t>
            </a:r>
            <a:endParaRPr b="0" lang="en-US" sz="1400" spc="-1" strike="noStrike">
              <a:solidFill>
                <a:srgbClr val="ffffff"/>
              </a:solidFill>
              <a:latin typeface="Arial"/>
              <a:ea typeface="Meiryo UI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632000" y="527184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anchorCtr="1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ffffff"/>
                </a:solidFill>
                <a:latin typeface="Arial"/>
                <a:ea typeface="Meiryo UI"/>
              </a:defRPr>
            </a:lvl1pPr>
          </a:lstStyle>
          <a:p>
            <a:pPr indent="0" algn="r">
              <a:buNone/>
            </a:pPr>
            <a:fld id="{57308531-488C-43D3-9EDB-4DA0BE8C344D}" type="slidenum"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&lt;number&gt;</a:t>
            </a:fld>
            <a:endParaRPr b="0" lang="en-US" sz="1400" spc="-1" strike="noStrike">
              <a:solidFill>
                <a:srgbClr val="ffffff"/>
              </a:solidFill>
              <a:latin typeface="Arial"/>
              <a:ea typeface="Meiryo UI"/>
            </a:endParaRPr>
          </a:p>
        </p:txBody>
      </p:sp>
      <p:pic>
        <p:nvPicPr>
          <p:cNvPr id="6" name="" descr=""/>
          <p:cNvPicPr/>
          <p:nvPr/>
        </p:nvPicPr>
        <p:blipFill>
          <a:blip r:embed="rId3"/>
          <a:stretch/>
        </p:blipFill>
        <p:spPr>
          <a:xfrm>
            <a:off x="0" y="0"/>
            <a:ext cx="10080000" cy="324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" descr=""/>
          <p:cNvPicPr/>
          <p:nvPr/>
        </p:nvPicPr>
        <p:blipFill>
          <a:blip r:embed="rId2"/>
          <a:stretch/>
        </p:blipFill>
        <p:spPr>
          <a:xfrm>
            <a:off x="6120" y="0"/>
            <a:ext cx="10080000" cy="324000"/>
          </a:xfrm>
          <a:prstGeom prst="rect">
            <a:avLst/>
          </a:prstGeom>
          <a:ln w="0">
            <a:noFill/>
          </a:ln>
        </p:spPr>
      </p:pic>
      <p:pic>
        <p:nvPicPr>
          <p:cNvPr id="12" name="" descr=""/>
          <p:cNvPicPr/>
          <p:nvPr/>
        </p:nvPicPr>
        <p:blipFill>
          <a:blip r:embed="rId3"/>
          <a:stretch/>
        </p:blipFill>
        <p:spPr>
          <a:xfrm>
            <a:off x="6120" y="5357160"/>
            <a:ext cx="10080000" cy="324000"/>
          </a:xfrm>
          <a:prstGeom prst="rect">
            <a:avLst/>
          </a:prstGeom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4400" spc="-1" strike="noStrike">
                <a:solidFill>
                  <a:srgbClr val="c7243a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000" y="1656000"/>
            <a:ext cx="9071640" cy="29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4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1008000" y="5400720"/>
            <a:ext cx="2240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728360" y="54003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221360" y="5400360"/>
            <a:ext cx="319500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ctr"/>
            <a:r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7659720" y="5400360"/>
            <a:ext cx="2348280" cy="39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/>
            <a:fld id="{92F66E7F-B331-406B-9444-0EDD1F75039F}" type="slidenum">
              <a:rPr b="0" lang="en-US" sz="1400" spc="-1" strike="noStrike">
                <a:solidFill>
                  <a:srgbClr val="ffffff"/>
                </a:solidFill>
                <a:latin typeface="Arial"/>
                <a:ea typeface="Meiryo UI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920" y="648000"/>
            <a:ext cx="9071640" cy="2736000"/>
          </a:xfrm>
          <a:prstGeom prst="rect">
            <a:avLst/>
          </a:prstGeom>
          <a:solidFill>
            <a:srgbClr val="c7243a"/>
          </a:solidFill>
          <a:ln w="0">
            <a:noFill/>
          </a:ln>
        </p:spPr>
        <p:txBody>
          <a:bodyPr lIns="7200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subTitle"/>
          </p:nvPr>
        </p:nvSpPr>
        <p:spPr>
          <a:xfrm>
            <a:off x="3816000" y="3600000"/>
            <a:ext cx="5255640" cy="1296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504000" y="1656000"/>
            <a:ext cx="9071640" cy="2958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Aft>
                <a:spcPts val="1414"/>
              </a:spcAft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graphicFrame>
        <p:nvGraphicFramePr>
          <p:cNvPr id="26" name=""/>
          <p:cNvGraphicFramePr/>
          <p:nvPr/>
        </p:nvGraphicFramePr>
        <p:xfrm>
          <a:off x="504000" y="1656000"/>
          <a:ext cx="9071280" cy="3167640"/>
        </p:xfrm>
        <a:graphic>
          <a:graphicData uri="http://schemas.openxmlformats.org/drawingml/2006/table">
            <a:tbl>
              <a:tblPr/>
              <a:tblGrid>
                <a:gridCol w="1814040"/>
                <a:gridCol w="1814040"/>
                <a:gridCol w="1814040"/>
                <a:gridCol w="1814040"/>
                <a:gridCol w="1815480"/>
              </a:tblGrid>
              <a:tr h="52776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</a:tr>
              <a:tr h="52776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2776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2776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52776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</a:tr>
              <a:tr h="529200"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 indent="0">
                        <a:buNone/>
                      </a:pP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  <a:ea typeface="Meiryo UI"/>
                      </a:endParaRPr>
                    </a:p>
                  </a:txBody>
                  <a:tcPr anchor="t"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1152000" y="2160000"/>
            <a:ext cx="2736000" cy="2160000"/>
          </a:xfrm>
          <a:custGeom>
            <a:avLst/>
            <a:gdLst>
              <a:gd name="textAreaLeft" fmla="*/ 0 w 2736000"/>
              <a:gd name="textAreaRight" fmla="*/ 2736000 w 2736000"/>
              <a:gd name="textAreaTop" fmla="*/ 0 h 2160000"/>
              <a:gd name="textAreaBottom" fmla="*/ 2160360 h 2160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7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3672000" y="2160000"/>
            <a:ext cx="2808000" cy="2160000"/>
          </a:xfrm>
          <a:custGeom>
            <a:avLst/>
            <a:gdLst>
              <a:gd name="textAreaLeft" fmla="*/ 0 w 2808000"/>
              <a:gd name="textAreaRight" fmla="*/ 2808360 w 2808000"/>
              <a:gd name="textAreaTop" fmla="*/ 0 h 2160000"/>
              <a:gd name="textAreaBottom" fmla="*/ 2160360 h 2160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edad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6229440" y="2160000"/>
            <a:ext cx="2808000" cy="2160000"/>
          </a:xfrm>
          <a:custGeom>
            <a:avLst/>
            <a:gdLst>
              <a:gd name="textAreaLeft" fmla="*/ 0 w 2808000"/>
              <a:gd name="textAreaRight" fmla="*/ 2808360 w 2808000"/>
              <a:gd name="textAreaTop" fmla="*/ 0 h 2160000"/>
              <a:gd name="textAreaBottom" fmla="*/ 2160360 h 2160000"/>
            </a:gdLst>
            <a:ahLst/>
            <a:rect l="textAreaLeft" t="textAreaTop" r="textAreaRight" b="textAreaBottom"/>
            <a:pathLst>
              <a:path w="21600" h="21600">
                <a:moveTo>
                  <a:pt x="0" y="0"/>
                </a:move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0" y="21600"/>
                </a:lnTo>
                <a:lnTo>
                  <a:pt x="5400" y="10800"/>
                </a:lnTo>
                <a:close/>
              </a:path>
            </a:pathLst>
          </a:custGeom>
          <a:solidFill>
            <a:srgbClr val="009f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56556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rgbClr val="c7243a"/>
              </a:solidFill>
              <a:latin typeface="Arial"/>
            </a:endParaRPr>
          </a:p>
        </p:txBody>
      </p:sp>
      <p:graphicFrame>
        <p:nvGraphicFramePr>
          <p:cNvPr id="32" name=""/>
          <p:cNvGraphicFramePr/>
          <p:nvPr/>
        </p:nvGraphicFramePr>
        <p:xfrm>
          <a:off x="432000" y="1728000"/>
          <a:ext cx="9074880" cy="2944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2026-10-19T16:21:54Z</dcterms:created>
  <dc:creator/>
  <dc:description/>
  <dc:language>en-US</dc:language>
  <cp:lastModifiedBy/>
  <cp:revision>1</cp:revision>
  <dc:subject/>
  <dc:title/>
</cp:coreProperties>
</file>