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4088" cy="698341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ypography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19200" y="21132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B96B66-9455-46E6-99E2-C4ACE8D91B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-59040" y="0"/>
            <a:ext cx="12443040" cy="6983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619200" y="278640"/>
            <a:ext cx="11145240" cy="11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8800" spc="-1" strike="noStrike">
                <a:solidFill>
                  <a:srgbClr val="ffffff"/>
                </a:solidFill>
                <a:latin typeface="URW Gothic L"/>
              </a:rPr>
              <a:t>Click to edit the title text format</a:t>
            </a: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30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96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04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5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58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78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22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222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2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61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6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5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1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61920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35040" y="6362280"/>
            <a:ext cx="392508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879040" y="6362280"/>
            <a:ext cx="2885040" cy="48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de-DE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73D8F72-62F5-481D-BBDD-816C0C5EFC29}" type="slidenum">
              <a:rPr b="0" lang="de-DE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de-DE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19200" y="211320"/>
            <a:ext cx="111452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8800" spc="-1" strike="noStrike">
              <a:solidFill>
                <a:srgbClr val="ffffff"/>
              </a:solidFill>
              <a:latin typeface="URW Gothic 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19200" y="1634040"/>
            <a:ext cx="11145240" cy="4609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307"/>
              </a:spcAft>
              <a:buNone/>
            </a:pPr>
            <a:endParaRPr b="0" lang="de-DE" sz="296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2026-10-19T16:21:45Z</dcterms:created>
  <dc:creator/>
  <dc:description/>
  <dc:language>en-US</dc:language>
  <cp:lastModifiedBy/>
  <cp:revision>1</cp:revision>
  <dc:subject/>
  <dc:title/>
</cp:coreProperties>
</file>