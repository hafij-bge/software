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37E88B-946D-4F28-8956-6A7B316A33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359CC0-8191-42B7-8B3E-D78CAF20C6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oteboo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C8DF1F-10EA-4F40-AA0D-7B04FA941A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otebook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74460F0-1F85-439A-B0C7-0DD404761F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otebook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7AA0971-0406-48E8-8EA8-93383F0E7C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otebook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BFEC288-3B60-4E8F-8557-38367E7315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otebook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5500666-BE51-4093-BCE0-15CD9F09C8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12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2592000"/>
            <a:ext cx="9071640" cy="356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2BB1B5B-17C3-45C0-BA12-71E0F179B19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144000"/>
            <a:ext cx="907164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512000"/>
            <a:ext cx="907164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CCB6C3-EA12-47B2-BAC6-CEF7EF39511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68000" y="301320"/>
            <a:ext cx="640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68000" y="1769040"/>
            <a:ext cx="640764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681A907-0E75-4A39-996A-AA862876700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1296000"/>
            <a:ext cx="907164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2664000"/>
            <a:ext cx="9071640" cy="348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4F40448-5770-4C12-8AED-1469DF6A529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13320"/>
            <a:ext cx="907164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288000" y="1440000"/>
            <a:ext cx="9287640" cy="47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01F9FCF-CFEE-4CD5-99F5-702EF63DA3C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6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7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8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392423C-3CE0-4DC7-B7B9-050F5412CDA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12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1640" cy="356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144000"/>
            <a:ext cx="907164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512000"/>
            <a:ext cx="907164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68000" y="301320"/>
            <a:ext cx="6407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40764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1296000"/>
            <a:ext cx="907164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2664000"/>
            <a:ext cx="9071640" cy="348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13320"/>
            <a:ext cx="907164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88000" y="1440000"/>
            <a:ext cx="9287640" cy="4713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096000" y="301320"/>
            <a:ext cx="676800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168000" y="1769040"/>
            <a:ext cx="669600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2026-10-19T16:22:00Z</dcterms:created>
  <dc:creator/>
  <dc:description/>
  <dc:language>en-US</dc:language>
  <cp:lastModifiedBy/>
  <cp:revision>1</cp:revision>
  <dc:subject/>
  <dc:title/>
</cp:coreProperties>
</file>