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OrgChar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536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505A75-1618-48A8-86DB-875F515766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640" y="22536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42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0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364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000" y="516492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72AD6BF-4802-48E2-8350-CD1CD0473162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3850560" y="156168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7" name=""/>
          <p:cNvSpPr/>
          <p:nvPr/>
        </p:nvSpPr>
        <p:spPr>
          <a:xfrm>
            <a:off x="3849480" y="264132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"/>
          <p:cNvSpPr/>
          <p:nvPr/>
        </p:nvSpPr>
        <p:spPr>
          <a:xfrm>
            <a:off x="3706200" y="383004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9" name=""/>
          <p:cNvSpPr/>
          <p:nvPr/>
        </p:nvSpPr>
        <p:spPr>
          <a:xfrm>
            <a:off x="5110200" y="383040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10" name=""/>
          <p:cNvCxnSpPr>
            <a:stCxn id="7" idx="2"/>
            <a:endCxn id="8" idx="0"/>
          </p:cNvCxnSpPr>
          <p:nvPr/>
        </p:nvCxnSpPr>
        <p:spPr>
          <a:xfrm rot="5400000">
            <a:off x="4319280" y="3134520"/>
            <a:ext cx="667800" cy="724320"/>
          </a:xfrm>
          <a:prstGeom prst="bentConnector3">
            <a:avLst>
              <a:gd name="adj1" fmla="val 50053"/>
            </a:avLst>
          </a:prstGeom>
          <a:ln w="0">
            <a:solidFill>
              <a:srgbClr val="eceaec"/>
            </a:solidFill>
          </a:ln>
        </p:spPr>
      </p:cxnSp>
      <p:cxnSp>
        <p:nvCxnSpPr>
          <p:cNvPr id="11" name=""/>
          <p:cNvCxnSpPr>
            <a:stCxn id="9" idx="0"/>
            <a:endCxn id="7" idx="-1"/>
          </p:cNvCxnSpPr>
          <p:nvPr/>
        </p:nvCxnSpPr>
        <p:spPr>
          <a:xfrm flipV="1" rot="16200000">
            <a:off x="5021280" y="3156120"/>
            <a:ext cx="668160" cy="680400"/>
          </a:xfrm>
          <a:prstGeom prst="bentConnector3">
            <a:avLst>
              <a:gd name="adj1" fmla="val 49973"/>
            </a:avLst>
          </a:prstGeom>
          <a:ln w="0">
            <a:solidFill>
              <a:srgbClr val="eceaec"/>
            </a:solidFill>
          </a:ln>
        </p:spPr>
      </p:cxnSp>
      <p:sp>
        <p:nvSpPr>
          <p:cNvPr id="12" name=""/>
          <p:cNvSpPr/>
          <p:nvPr/>
        </p:nvSpPr>
        <p:spPr>
          <a:xfrm>
            <a:off x="6657480" y="264132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3" name=""/>
          <p:cNvSpPr/>
          <p:nvPr/>
        </p:nvSpPr>
        <p:spPr>
          <a:xfrm>
            <a:off x="6550200" y="383040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4" name=""/>
          <p:cNvSpPr/>
          <p:nvPr/>
        </p:nvSpPr>
        <p:spPr>
          <a:xfrm>
            <a:off x="7954200" y="383040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15" name=""/>
          <p:cNvCxnSpPr>
            <a:stCxn id="12" idx="2"/>
            <a:endCxn id="13" idx="0"/>
          </p:cNvCxnSpPr>
          <p:nvPr/>
        </p:nvCxnSpPr>
        <p:spPr>
          <a:xfrm rot="5400000">
            <a:off x="7144920" y="3152520"/>
            <a:ext cx="668160" cy="688320"/>
          </a:xfrm>
          <a:prstGeom prst="bentConnector3">
            <a:avLst>
              <a:gd name="adj1" fmla="val 50026"/>
            </a:avLst>
          </a:prstGeom>
          <a:ln w="0">
            <a:solidFill>
              <a:srgbClr val="eceaec"/>
            </a:solidFill>
          </a:ln>
        </p:spPr>
      </p:cxnSp>
      <p:cxnSp>
        <p:nvCxnSpPr>
          <p:cNvPr id="16" name=""/>
          <p:cNvCxnSpPr>
            <a:stCxn id="14" idx="0"/>
            <a:endCxn id="12" idx="-1"/>
          </p:cNvCxnSpPr>
          <p:nvPr/>
        </p:nvCxnSpPr>
        <p:spPr>
          <a:xfrm flipV="1" rot="16200000">
            <a:off x="7847280" y="3138120"/>
            <a:ext cx="668160" cy="716400"/>
          </a:xfrm>
          <a:prstGeom prst="bentConnector3">
            <a:avLst>
              <a:gd name="adj1" fmla="val 49973"/>
            </a:avLst>
          </a:prstGeom>
          <a:ln w="0">
            <a:solidFill>
              <a:srgbClr val="eceaec"/>
            </a:solidFill>
          </a:ln>
        </p:spPr>
      </p:cxnSp>
      <p:sp>
        <p:nvSpPr>
          <p:cNvPr id="17" name=""/>
          <p:cNvSpPr/>
          <p:nvPr/>
        </p:nvSpPr>
        <p:spPr>
          <a:xfrm>
            <a:off x="933480" y="264168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8" name=""/>
          <p:cNvSpPr/>
          <p:nvPr/>
        </p:nvSpPr>
        <p:spPr>
          <a:xfrm>
            <a:off x="826200" y="383040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9" name=""/>
          <p:cNvSpPr/>
          <p:nvPr/>
        </p:nvSpPr>
        <p:spPr>
          <a:xfrm>
            <a:off x="2230200" y="383076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ecea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20" name=""/>
          <p:cNvCxnSpPr>
            <a:stCxn id="17" idx="2"/>
            <a:endCxn id="18" idx="0"/>
          </p:cNvCxnSpPr>
          <p:nvPr/>
        </p:nvCxnSpPr>
        <p:spPr>
          <a:xfrm rot="5400000">
            <a:off x="1421280" y="3152880"/>
            <a:ext cx="667800" cy="688320"/>
          </a:xfrm>
          <a:prstGeom prst="bentConnector3">
            <a:avLst>
              <a:gd name="adj1" fmla="val 50053"/>
            </a:avLst>
          </a:prstGeom>
          <a:ln w="0">
            <a:solidFill>
              <a:srgbClr val="eceaec"/>
            </a:solidFill>
          </a:ln>
        </p:spPr>
      </p:cxnSp>
      <p:cxnSp>
        <p:nvCxnSpPr>
          <p:cNvPr id="21" name=""/>
          <p:cNvCxnSpPr>
            <a:stCxn id="19" idx="0"/>
            <a:endCxn id="17" idx="-1"/>
          </p:cNvCxnSpPr>
          <p:nvPr/>
        </p:nvCxnSpPr>
        <p:spPr>
          <a:xfrm flipV="1" rot="16200000">
            <a:off x="2123280" y="3138480"/>
            <a:ext cx="668160" cy="716400"/>
          </a:xfrm>
          <a:prstGeom prst="bentConnector3">
            <a:avLst>
              <a:gd name="adj1" fmla="val 49973"/>
            </a:avLst>
          </a:prstGeom>
          <a:ln w="0">
            <a:solidFill>
              <a:srgbClr val="eceaec"/>
            </a:solidFill>
          </a:ln>
        </p:spPr>
      </p:cxn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640" y="22536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cxnSp>
        <p:nvCxnSpPr>
          <p:cNvPr id="23" name=""/>
          <p:cNvCxnSpPr>
            <a:stCxn id="6" idx="2"/>
            <a:endCxn id="17" idx="0"/>
          </p:cNvCxnSpPr>
          <p:nvPr/>
        </p:nvCxnSpPr>
        <p:spPr>
          <a:xfrm rot="5400000">
            <a:off x="3278160" y="903960"/>
            <a:ext cx="559080" cy="2917440"/>
          </a:xfrm>
          <a:prstGeom prst="bentConnector3">
            <a:avLst>
              <a:gd name="adj1" fmla="val 50064"/>
            </a:avLst>
          </a:prstGeom>
          <a:ln w="0">
            <a:solidFill>
              <a:srgbClr val="eceaec"/>
            </a:solidFill>
          </a:ln>
        </p:spPr>
      </p:cxnSp>
      <p:cxnSp>
        <p:nvCxnSpPr>
          <p:cNvPr id="24" name=""/>
          <p:cNvCxnSpPr>
            <a:stCxn id="12" idx="0"/>
            <a:endCxn id="6" idx="2"/>
          </p:cNvCxnSpPr>
          <p:nvPr/>
        </p:nvCxnSpPr>
        <p:spPr>
          <a:xfrm flipV="1" rot="16200000">
            <a:off x="6140520" y="958320"/>
            <a:ext cx="558720" cy="2807280"/>
          </a:xfrm>
          <a:prstGeom prst="bentConnector3">
            <a:avLst>
              <a:gd name="adj1" fmla="val 49967"/>
            </a:avLst>
          </a:prstGeom>
          <a:ln w="0">
            <a:solidFill>
              <a:srgbClr val="eceaec"/>
            </a:solidFill>
          </a:ln>
        </p:spPr>
      </p:cxnSp>
      <p:cxnSp>
        <p:nvCxnSpPr>
          <p:cNvPr id="25" name=""/>
          <p:cNvCxnSpPr>
            <a:stCxn id="6" idx="2"/>
            <a:endCxn id="7" idx="0"/>
          </p:cNvCxnSpPr>
          <p:nvPr/>
        </p:nvCxnSpPr>
        <p:spPr>
          <a:xfrm rot="5400000">
            <a:off x="4736160" y="2361600"/>
            <a:ext cx="558720" cy="1440"/>
          </a:xfrm>
          <a:prstGeom prst="bentConnector3">
            <a:avLst>
              <a:gd name="adj1" fmla="val 50032"/>
            </a:avLst>
          </a:prstGeom>
          <a:ln w="0">
            <a:solidFill>
              <a:srgbClr val="eceaec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2026-10-19T16:21:49Z</dcterms:created>
  <dc:creator/>
  <dc:description/>
  <dc:language>en-US</dc:language>
  <cp:lastModifiedBy/>
  <cp:revision>1</cp:revision>
  <dc:subject/>
  <dc:title/>
</cp:coreProperties>
</file>