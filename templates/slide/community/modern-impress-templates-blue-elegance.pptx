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-eleg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C14CC2-20DA-4F65-95F5-6D0FAFB519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76563" sy="76561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1586297-2EF1-4146-A2FE-B3FC3CBC92C4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2026-10-19T16:22:08Z</dcterms:created>
  <dc:creator/>
  <dc:description>Creative Commons License
Some rights reserved. This work is licensed under a
Attribution 2.0 Generic
http://art.gnome.org/backgrounds/abstract/1355</dc:description>
  <dc:language>en-US</dc:language>
  <cp:lastModifiedBy/>
  <cp:revision>1</cp:revision>
  <dc:subject/>
  <dc:title>Blue Elegance1</dc:title>
</cp:coreProperties>
</file>