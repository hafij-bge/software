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svg" ContentType="image/svg"/>
  <Override PartName="/ppt/media/image6.png" ContentType="image/png"/>
  <Override PartName="/ppt/media/image10.png" ContentType="image/png"/>
  <Override PartName="/ppt/media/image4.png" ContentType="image/png"/>
  <Override PartName="/ppt/media/image5.svg" ContentType="image/svg"/>
  <Override PartName="/ppt/media/image8.png" ContentType="image/png"/>
  <Override PartName="/ppt/media/image12.png" ContentType="image/png"/>
  <Override PartName="/ppt/media/image7.svg" ContentType="image/svg"/>
  <Override PartName="/ppt/media/image11.svg" ContentType="image/svg"/>
  <Override PartName="/ppt/media/image9.svg" ContentType="image/svg"/>
  <Override PartName="/ppt/media/image13.svg" ContentType="image/sv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80625" cy="7559675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fedora-F20-slideshow-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1" lang="es-NI" sz="6000" spc="-1" strike="noStrike">
              <a:solidFill>
                <a:srgbClr val="ffffff"/>
              </a:solidFill>
              <a:latin typeface="Comfortaa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88700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1" lang="es-NI" sz="4000" spc="-1" strike="noStrike">
              <a:solidFill>
                <a:srgbClr val="b2b2b2"/>
              </a:solidFill>
              <a:latin typeface="Cantarel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83BA67-4EA0-4BF0-BC0D-FCF8F75712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s-NI" sz="6000" spc="-1" strike="noStrike">
                <a:solidFill>
                  <a:srgbClr val="ffffff"/>
                </a:solidFill>
                <a:latin typeface="Comfortaa"/>
              </a:rPr>
              <a:t>Click to edit the title text format</a:t>
            </a:r>
            <a:endParaRPr b="1" lang="es-NI" sz="6000" spc="-1" strike="noStrike">
              <a:solidFill>
                <a:srgbClr val="ffffff"/>
              </a:solidFill>
              <a:latin typeface="Comfortaa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88700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NI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s-NI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NI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s-NI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NI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s-NI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NI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s-NI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NI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s-NI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NI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s-NI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NI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s-NI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NI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NI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s-NI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s-NI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NI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s-NI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NI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1562943-C1BF-415B-831A-41551F0D5088}" type="slidenum">
              <a:rPr b="0" lang="es-NI" sz="14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endParaRPr b="0" lang="es-NI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Relationship Id="rId9" Type="http://schemas.openxmlformats.org/officeDocument/2006/relationships/image" Target="../media/image10.png"/><Relationship Id="rId10" Type="http://schemas.openxmlformats.org/officeDocument/2006/relationships/image" Target="../media/image11.svg"/><Relationship Id="rId11" Type="http://schemas.openxmlformats.org/officeDocument/2006/relationships/image" Target="../media/image12.png"/><Relationship Id="rId12" Type="http://schemas.openxmlformats.org/officeDocument/2006/relationships/image" Target="../media/image13.svg"/><Relationship Id="rId1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88360" y="2121840"/>
            <a:ext cx="72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1" lang="es-NI" sz="6000" spc="-1" strike="noStrike">
              <a:solidFill>
                <a:srgbClr val="ffffff"/>
              </a:solidFill>
              <a:latin typeface="Comfortaa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1188000" y="3175560"/>
            <a:ext cx="698400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1" lang="es-NI" sz="4000" spc="-1" strike="noStrike">
              <a:solidFill>
                <a:srgbClr val="cccccc"/>
              </a:solidFill>
              <a:latin typeface="Cantarell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5976000" y="4579920"/>
            <a:ext cx="4032000" cy="247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s-NI" sz="1500" spc="-1" strike="noStrike">
                <a:solidFill>
                  <a:srgbClr val="cccccc"/>
                </a:solidFill>
                <a:latin typeface="Cantarell"/>
              </a:rPr>
              <a:t>Presenter:</a:t>
            </a:r>
            <a:endParaRPr b="1" lang="es-NI" sz="1500" spc="-1" strike="noStrike">
              <a:solidFill>
                <a:srgbClr val="b2b2b2"/>
              </a:solidFill>
              <a:latin typeface="Cantarell"/>
            </a:endParaRPr>
          </a:p>
          <a:p>
            <a:r>
              <a:rPr b="1" lang="es-NI" sz="2000" spc="-1" strike="noStrike">
                <a:solidFill>
                  <a:srgbClr val="ffffff"/>
                </a:solidFill>
                <a:latin typeface="Cantarell"/>
              </a:rPr>
              <a:t>Your Name</a:t>
            </a:r>
            <a:endParaRPr b="1" lang="es-NI" sz="2000" spc="-1" strike="noStrike">
              <a:solidFill>
                <a:srgbClr val="b2b2b2"/>
              </a:solidFill>
              <a:latin typeface="Cantarell"/>
            </a:endParaRPr>
          </a:p>
          <a:p>
            <a:r>
              <a:rPr b="1" lang="es-NI" sz="1500" spc="-1" strike="noStrike">
                <a:solidFill>
                  <a:srgbClr val="cccccc"/>
                </a:solidFill>
                <a:latin typeface="Cantarell"/>
              </a:rPr>
              <a:t>Organization:</a:t>
            </a:r>
            <a:endParaRPr b="1" lang="es-NI" sz="1500" spc="-1" strike="noStrike">
              <a:solidFill>
                <a:srgbClr val="b2b2b2"/>
              </a:solidFill>
              <a:latin typeface="Cantarell"/>
            </a:endParaRPr>
          </a:p>
          <a:p>
            <a:r>
              <a:rPr b="1" lang="es-NI" sz="2000" spc="-1" strike="noStrike">
                <a:solidFill>
                  <a:srgbClr val="ffffff"/>
                </a:solidFill>
                <a:latin typeface="Cantarell"/>
              </a:rPr>
              <a:t>Your organization</a:t>
            </a:r>
            <a:endParaRPr b="1" lang="es-NI" sz="2000" spc="-1" strike="noStrike">
              <a:solidFill>
                <a:srgbClr val="b2b2b2"/>
              </a:solidFill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1" lang="es-NI" sz="4800" spc="-1" strike="noStrike">
              <a:solidFill>
                <a:srgbClr val="ffffff"/>
              </a:solidFill>
              <a:latin typeface="Comforta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88700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1" lang="es-NI" sz="4000" spc="-1" strike="noStrike">
              <a:solidFill>
                <a:srgbClr val="cccccc"/>
              </a:solidFill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60" y="2700000"/>
            <a:ext cx="10079640" cy="115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s-NI" sz="5000" spc="-1" strike="noStrike">
                <a:solidFill>
                  <a:srgbClr val="ffffff"/>
                </a:solidFill>
                <a:latin typeface="Comfortaa"/>
              </a:rPr>
              <a:t>Questions?</a:t>
            </a:r>
            <a:endParaRPr b="1" lang="es-NI" sz="5000" spc="-1" strike="noStrike">
              <a:solidFill>
                <a:srgbClr val="ffffff"/>
              </a:solidFill>
              <a:latin typeface="Comfortaa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936000" y="4176000"/>
            <a:ext cx="4032000" cy="247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s-NI" sz="2500" spc="-1" strike="noStrike">
                <a:solidFill>
                  <a:srgbClr val="ffffff"/>
                </a:solidFill>
                <a:latin typeface="Cantarell"/>
              </a:rPr>
              <a:t>Name</a:t>
            </a:r>
            <a:endParaRPr b="1" lang="es-NI" sz="2500" spc="-1" strike="noStrike">
              <a:solidFill>
                <a:srgbClr val="b2b2b2"/>
              </a:solidFill>
              <a:latin typeface="Cantarell"/>
            </a:endParaRPr>
          </a:p>
          <a:p>
            <a:r>
              <a:rPr b="1" lang="es-NI" sz="2000" spc="-1" strike="noStrike">
                <a:solidFill>
                  <a:srgbClr val="cccccc"/>
                </a:solidFill>
                <a:latin typeface="Cantarell"/>
              </a:rPr>
              <a:t>email</a:t>
            </a:r>
            <a:endParaRPr b="1" lang="es-NI" sz="2000" spc="-1" strike="noStrike">
              <a:solidFill>
                <a:srgbClr val="b2b2b2"/>
              </a:solidFill>
              <a:latin typeface="Cantarell"/>
            </a:endParaRPr>
          </a:p>
          <a:p>
            <a:r>
              <a:rPr b="1" lang="es-NI" sz="2000" spc="-1" strike="noStrike">
                <a:solidFill>
                  <a:srgbClr val="cccccc"/>
                </a:solidFill>
                <a:latin typeface="Cantarell"/>
              </a:rPr>
              <a:t>facebook</a:t>
            </a:r>
            <a:endParaRPr b="1" lang="es-NI" sz="2000" spc="-1" strike="noStrike">
              <a:solidFill>
                <a:srgbClr val="b2b2b2"/>
              </a:solidFill>
              <a:latin typeface="Cantarell"/>
            </a:endParaRPr>
          </a:p>
          <a:p>
            <a:r>
              <a:rPr b="1" lang="es-NI" sz="2000" spc="-1" strike="noStrike">
                <a:solidFill>
                  <a:srgbClr val="cccccc"/>
                </a:solidFill>
                <a:latin typeface="Cantarell"/>
              </a:rPr>
              <a:t>Twitter</a:t>
            </a:r>
            <a:endParaRPr b="1" lang="es-NI" sz="2000" spc="-1" strike="noStrike">
              <a:solidFill>
                <a:srgbClr val="b2b2b2"/>
              </a:solidFill>
              <a:latin typeface="Cantarell"/>
            </a:endParaRPr>
          </a:p>
          <a:p>
            <a:r>
              <a:rPr b="1" lang="es-NI" sz="2000" spc="-1" strike="noStrike">
                <a:solidFill>
                  <a:srgbClr val="cccccc"/>
                </a:solidFill>
                <a:latin typeface="Cantarell"/>
              </a:rPr>
              <a:t>Google+</a:t>
            </a:r>
            <a:endParaRPr b="1" lang="es-NI" sz="2000" spc="-1" strike="noStrike">
              <a:solidFill>
                <a:srgbClr val="b2b2b2"/>
              </a:solidFill>
              <a:latin typeface="Cantarell"/>
            </a:endParaRPr>
          </a:p>
          <a:p>
            <a:r>
              <a:rPr b="1" lang="es-NI" sz="2000" spc="-1" strike="noStrike">
                <a:solidFill>
                  <a:srgbClr val="cccccc"/>
                </a:solidFill>
                <a:latin typeface="Cantarell"/>
              </a:rPr>
              <a:t>blog</a:t>
            </a:r>
            <a:endParaRPr b="1" lang="es-NI" sz="2000" spc="-1" strike="noStrike">
              <a:solidFill>
                <a:srgbClr val="b2b2b2"/>
              </a:solidFill>
              <a:latin typeface="Cantarell"/>
            </a:endParaRPr>
          </a:p>
          <a:p>
            <a:r>
              <a:rPr b="1" lang="es-NI" sz="2000" spc="-1" strike="noStrike">
                <a:solidFill>
                  <a:srgbClr val="cccccc"/>
                </a:solidFill>
                <a:latin typeface="Cantarell"/>
              </a:rPr>
              <a:t>identi.ca</a:t>
            </a:r>
            <a:endParaRPr b="1" lang="es-NI" sz="2000" spc="-1" strike="noStrike">
              <a:solidFill>
                <a:srgbClr val="b2b2b2"/>
              </a:solidFill>
              <a:latin typeface="Cantarell"/>
            </a:endParaRPr>
          </a:p>
        </p:txBody>
      </p:sp>
      <p:pic>
        <p:nvPicPr>
          <p:cNvPr id="14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68000" y="4932000"/>
            <a:ext cx="360000" cy="360000"/>
          </a:xfrm>
          <a:prstGeom prst="rect">
            <a:avLst/>
          </a:prstGeom>
          <a:ln w="0">
            <a:noFill/>
          </a:ln>
        </p:spPr>
      </p:pic>
      <p:pic>
        <p:nvPicPr>
          <p:cNvPr id="15" name="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68000" y="5652000"/>
            <a:ext cx="360000" cy="360000"/>
          </a:xfrm>
          <a:prstGeom prst="rect">
            <a:avLst/>
          </a:prstGeom>
          <a:ln w="0">
            <a:noFill/>
          </a:ln>
        </p:spPr>
      </p:pic>
      <p:pic>
        <p:nvPicPr>
          <p:cNvPr id="16" name="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468000" y="6012000"/>
            <a:ext cx="360000" cy="360000"/>
          </a:xfrm>
          <a:prstGeom prst="rect">
            <a:avLst/>
          </a:prstGeom>
          <a:ln w="0">
            <a:noFill/>
          </a:ln>
        </p:spPr>
      </p:pic>
      <p:pic>
        <p:nvPicPr>
          <p:cNvPr id="17" name="" descr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468000" y="5292000"/>
            <a:ext cx="360000" cy="360000"/>
          </a:xfrm>
          <a:prstGeom prst="rect">
            <a:avLst/>
          </a:prstGeom>
          <a:ln w="0">
            <a:noFill/>
          </a:ln>
        </p:spPr>
      </p:pic>
      <p:pic>
        <p:nvPicPr>
          <p:cNvPr id="18" name="" descr="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468000" y="6300000"/>
            <a:ext cx="360000" cy="360000"/>
          </a:xfrm>
          <a:prstGeom prst="rect">
            <a:avLst/>
          </a:prstGeom>
          <a:ln w="0">
            <a:noFill/>
          </a:ln>
        </p:spPr>
      </p:pic>
      <p:pic>
        <p:nvPicPr>
          <p:cNvPr id="19" name="" descr="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468000" y="4608000"/>
            <a:ext cx="360000" cy="36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2026-10-19T16:21:30Z</dcterms:created>
  <dc:creator/>
  <dc:description>Based on "F20/10th aniversary impress template idea" by William Moreno Reyes (https://fedoraproject.org/wiki/Templates_for_Presentations). License: CC-BY</dc:description>
  <dc:language>en-US</dc:language>
  <cp:lastModifiedBy/>
  <cp:revision>1</cp:revision>
  <dc:subject/>
  <dc:title/>
</cp:coreProperties>
</file>