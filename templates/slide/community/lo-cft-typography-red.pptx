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384088" cy="698341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ypography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19200" y="211320"/>
            <a:ext cx="11145240" cy="130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88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19200" y="1634040"/>
            <a:ext cx="11145240" cy="460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307"/>
              </a:spcAft>
              <a:buNone/>
            </a:pPr>
            <a:endParaRPr b="0" lang="de-DE" sz="2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742FB9-F252-44DB-BEED-EBA9E2F6E3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2384000" cy="69836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19200" y="278640"/>
            <a:ext cx="11145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8800" spc="-1" strike="noStrike">
                <a:solidFill>
                  <a:srgbClr val="ffffff"/>
                </a:solidFill>
                <a:latin typeface="URW Gothic L"/>
              </a:rPr>
              <a:t>Click to edit the title text format</a:t>
            </a:r>
            <a:endParaRPr b="0" lang="de-DE" sz="88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19200" y="1634040"/>
            <a:ext cx="11145240" cy="460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30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96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DE" sz="296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04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58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DE" sz="258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78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22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DE" sz="222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2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DE" sz="18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6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DE" sz="18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6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DE" sz="18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6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DE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619200" y="6362280"/>
            <a:ext cx="288504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4235040" y="6362280"/>
            <a:ext cx="392508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8879040" y="6362280"/>
            <a:ext cx="288504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8EB53CE-D7AD-4EF4-9B57-CFC750C0337B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19200" y="211320"/>
            <a:ext cx="11145240" cy="130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88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19200" y="1634040"/>
            <a:ext cx="11145240" cy="460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307"/>
              </a:spcAft>
              <a:buNone/>
            </a:pPr>
            <a:endParaRPr b="0" lang="de-DE" sz="29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2026-10-19T16:21:46Z</dcterms:created>
  <dc:creator/>
  <dc:description/>
  <dc:language>en-US</dc:language>
  <cp:lastModifiedBy/>
  <cp:revision>1</cp:revision>
  <dc:subject/>
  <dc:title/>
</cp:coreProperties>
</file>