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A98F8E-4ADB-4901-8964-E0511F78F4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B42F6-FF9E-4B9E-BF55-C0DC6A8BE8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8A55EE-EE16-4D41-8FF4-AF72D61ACF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972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360" y="2553840"/>
            <a:ext cx="9071640" cy="162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536000"/>
            <a:ext cx="907164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4997"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E168F7D-471B-4AD8-A308-DD9969EF0FB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-5040" y="6108120"/>
            <a:ext cx="10085040" cy="145188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5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4385AB0E-C6C2-4707-A546-539C79A4BBD5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360" y="2553840"/>
            <a:ext cx="9071640" cy="162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504000" y="4536000"/>
            <a:ext cx="907164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2026-10-19T16:21:53Z</dcterms:created>
  <dc:creator/>
  <dc:description/>
  <dc:language>en-US</dc:language>
  <cp:lastModifiedBy/>
  <cp:revision>1</cp:revision>
  <dc:subject/>
  <dc:title/>
</cp:coreProperties>
</file>