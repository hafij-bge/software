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5" r:id="rId5"/>
    <p:sldMasterId id="2147483658" r:id="rId6"/>
  </p:sldMasterIdLst>
  <p:sldIdLst>
    <p:sldId id="256" r:id="rId7"/>
    <p:sldId id="257" r:id="rId8"/>
    <p:sldId id="258" r:id="rId9"/>
    <p:sldId id="259" r:id="rId10"/>
    <p:sldId id="260" r:id="rId11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32000" y="321840"/>
            <a:ext cx="590400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000" spc="-1" strike="noStrike">
              <a:solidFill>
                <a:srgbClr val="ffffff"/>
              </a:solidFill>
              <a:latin typeface="Linden Hil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576000" y="1584000"/>
            <a:ext cx="8856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17"/>
              </a:spcAft>
              <a:buNone/>
            </a:pP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32000" y="321840"/>
            <a:ext cx="590400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000" spc="-1" strike="noStrike">
              <a:solidFill>
                <a:srgbClr val="ffffff"/>
              </a:solidFill>
              <a:latin typeface="Linden Hil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76000" y="1584000"/>
            <a:ext cx="8856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17"/>
              </a:spcAft>
              <a:buNone/>
            </a:pP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80F01B-EA99-46E5-87FA-C8117DC314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32000" y="321840"/>
            <a:ext cx="590400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000" spc="-1" strike="noStrike">
              <a:solidFill>
                <a:srgbClr val="ffffff"/>
              </a:solidFill>
              <a:latin typeface="Linden Hil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76000" y="1584000"/>
            <a:ext cx="8856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17"/>
              </a:spcAft>
              <a:buNone/>
            </a:pP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C3B67F-837A-4944-A728-C08B6034E5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adrã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32000" y="321840"/>
            <a:ext cx="590400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000" spc="-1" strike="noStrike">
              <a:solidFill>
                <a:srgbClr val="ffffff"/>
              </a:solidFill>
              <a:latin typeface="Linden Hil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76000" y="1584000"/>
            <a:ext cx="43214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17"/>
              </a:spcAft>
              <a:buNone/>
            </a:pP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5113800" y="1584000"/>
            <a:ext cx="43214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17"/>
              </a:spcAft>
              <a:buNone/>
            </a:pP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C2E132-B042-4AD4-85F5-CF758DAB5D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32000" y="321840"/>
            <a:ext cx="590400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000" spc="-1" strike="noStrike">
              <a:solidFill>
                <a:srgbClr val="ffffff"/>
              </a:solidFill>
              <a:latin typeface="Linden Hil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76000" y="1584000"/>
            <a:ext cx="8856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17"/>
              </a:spcAft>
              <a:buNone/>
            </a:pP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AD698D9-6342-4417-88D6-1E10331663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adrã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32000" y="321840"/>
            <a:ext cx="590400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000" spc="-1" strike="noStrike">
              <a:solidFill>
                <a:srgbClr val="ffffff"/>
              </a:solidFill>
              <a:latin typeface="Linden Hil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76000" y="1584000"/>
            <a:ext cx="43214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17"/>
              </a:spcAft>
              <a:buNone/>
            </a:pP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5113800" y="1584000"/>
            <a:ext cx="43214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17"/>
              </a:spcAft>
              <a:buNone/>
            </a:pP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99D79E1-ADA4-4975-95A3-DB0E6E7848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32000" y="321840"/>
            <a:ext cx="590400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000" spc="-1" strike="noStrike">
              <a:solidFill>
                <a:srgbClr val="ffffff"/>
              </a:solidFill>
              <a:latin typeface="Linden Hil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76000" y="1584000"/>
            <a:ext cx="8856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17"/>
              </a:spcAft>
              <a:buNone/>
            </a:pP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29327C5-FAE6-4365-A56D-4B0ED02F9C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rcRect l="121" t="0" r="0" b="0"/>
          <a:stretch/>
        </p:blipFill>
        <p:spPr>
          <a:xfrm>
            <a:off x="0" y="-13320"/>
            <a:ext cx="10080000" cy="758772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1120" y="5663160"/>
            <a:ext cx="7085160" cy="53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4400" spc="-1" strike="noStrike">
                <a:solidFill>
                  <a:srgbClr val="ffffff"/>
                </a:solidFill>
                <a:latin typeface="Linden Hill"/>
              </a:rPr>
              <a:t>Clique para editar </a:t>
            </a:r>
            <a:endParaRPr b="0" lang="pt-BR" sz="4400" spc="-1" strike="noStrike">
              <a:solidFill>
                <a:srgbClr val="ffffff"/>
              </a:solidFill>
              <a:latin typeface="Linden Hil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963240" y="6765120"/>
            <a:ext cx="6029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417"/>
              </a:spcAft>
              <a:buNone/>
            </a:pPr>
            <a:r>
              <a:rPr b="0" lang="pt-BR" sz="2400" spc="-1" strike="noStrike">
                <a:solidFill>
                  <a:srgbClr val="ffffff"/>
                </a:solidFill>
                <a:latin typeface="Raleway"/>
              </a:rPr>
              <a:t>Clique para editar o formato dos tópicos</a:t>
            </a:r>
            <a:endParaRPr b="0" lang="pt-BR" sz="2400" spc="-1" strike="noStrike">
              <a:solidFill>
                <a:srgbClr val="ffffff"/>
              </a:solidFill>
              <a:latin typeface="Raleway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 descr=""/>
          <p:cNvPicPr/>
          <p:nvPr/>
        </p:nvPicPr>
        <p:blipFill>
          <a:blip r:embed="rId2"/>
          <a:stretch/>
        </p:blipFill>
        <p:spPr>
          <a:xfrm>
            <a:off x="-10080" y="0"/>
            <a:ext cx="10127880" cy="757260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31640" y="322920"/>
            <a:ext cx="5918040" cy="679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4000" spc="-1" strike="noStrike">
                <a:solidFill>
                  <a:srgbClr val="ffffff"/>
                </a:solidFill>
                <a:latin typeface="Linden Hill"/>
              </a:rPr>
              <a:t>Clique para editar</a:t>
            </a:r>
            <a:endParaRPr b="0" lang="pt-BR" sz="4000" spc="-1" strike="noStrike">
              <a:solidFill>
                <a:srgbClr val="ffffff"/>
              </a:solidFill>
              <a:latin typeface="Linden Hil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92000" y="1656000"/>
            <a:ext cx="8496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just">
              <a:spcAft>
                <a:spcPts val="1417"/>
              </a:spcAft>
              <a:buNone/>
            </a:pPr>
            <a:r>
              <a:rPr b="0" lang="pt-BR" sz="2600" spc="-1" strike="noStrike">
                <a:solidFill>
                  <a:srgbClr val="ffffff"/>
                </a:solidFill>
                <a:latin typeface="Raleway"/>
              </a:rPr>
              <a:t>Clique para editar</a:t>
            </a: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1"/>
          </p:nvPr>
        </p:nvSpPr>
        <p:spPr>
          <a:xfrm>
            <a:off x="504000" y="705132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2"/>
          </p:nvPr>
        </p:nvSpPr>
        <p:spPr>
          <a:xfrm>
            <a:off x="3447360" y="705132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3"/>
          </p:nvPr>
        </p:nvSpPr>
        <p:spPr>
          <a:xfrm>
            <a:off x="7227360" y="703404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A96B9F9-65FE-47A8-B32B-9034CC2421C2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2"/>
          <a:stretch/>
        </p:blipFill>
        <p:spPr>
          <a:xfrm>
            <a:off x="0" y="1440"/>
            <a:ext cx="10079280" cy="7558560"/>
          </a:xfrm>
          <a:prstGeom prst="rect">
            <a:avLst/>
          </a:prstGeom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87360" y="401400"/>
            <a:ext cx="5829480" cy="56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4000" spc="-1" strike="noStrike">
                <a:solidFill>
                  <a:srgbClr val="ffffff"/>
                </a:solidFill>
                <a:latin typeface="Linden Hill"/>
              </a:rPr>
              <a:t>Clique para editar</a:t>
            </a:r>
            <a:endParaRPr b="0" lang="pt-BR" sz="4000" spc="-1" strike="noStrike">
              <a:solidFill>
                <a:srgbClr val="ffffff"/>
              </a:solidFill>
              <a:latin typeface="Linden Hil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48000" y="1584000"/>
            <a:ext cx="8784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just">
              <a:spcAft>
                <a:spcPts val="1417"/>
              </a:spcAft>
              <a:buNone/>
            </a:pPr>
            <a:r>
              <a:rPr b="0" lang="pt-BR" sz="2400" spc="-1" strike="noStrike">
                <a:solidFill>
                  <a:srgbClr val="ffffff"/>
                </a:solidFill>
                <a:latin typeface="Raleway"/>
              </a:rPr>
              <a:t>Clique para editar</a:t>
            </a:r>
            <a:endParaRPr b="0" lang="pt-BR" sz="24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4"/>
          </p:nvPr>
        </p:nvSpPr>
        <p:spPr>
          <a:xfrm>
            <a:off x="504000" y="705600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5"/>
          </p:nvPr>
        </p:nvSpPr>
        <p:spPr>
          <a:xfrm>
            <a:off x="3447360" y="705600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6"/>
          </p:nvPr>
        </p:nvSpPr>
        <p:spPr>
          <a:xfrm>
            <a:off x="7227360" y="705600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81B5A7F-5B34-40CC-A802-3A148D11281C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  <p:sldLayoutId id="2147483654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 descr=""/>
          <p:cNvPicPr/>
          <p:nvPr/>
        </p:nvPicPr>
        <p:blipFill>
          <a:blip r:embed="rId2"/>
          <a:stretch/>
        </p:blipFill>
        <p:spPr>
          <a:xfrm>
            <a:off x="0" y="1440"/>
            <a:ext cx="10079280" cy="755856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32000" y="373320"/>
            <a:ext cx="5616000" cy="63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4000" spc="-1" strike="noStrike">
                <a:solidFill>
                  <a:srgbClr val="ffffff"/>
                </a:solidFill>
                <a:latin typeface="Linden Hill"/>
              </a:rPr>
              <a:t>Clique para editar</a:t>
            </a:r>
            <a:endParaRPr b="0" lang="pt-BR" sz="4000" spc="-1" strike="noStrike">
              <a:solidFill>
                <a:srgbClr val="ffffff"/>
              </a:solidFill>
              <a:latin typeface="Linden Hil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48000" y="1625040"/>
            <a:ext cx="8784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just">
              <a:spcAft>
                <a:spcPts val="1417"/>
              </a:spcAft>
              <a:buNone/>
            </a:pPr>
            <a:r>
              <a:rPr b="0" lang="pt-BR" sz="2600" spc="-1" strike="noStrike">
                <a:solidFill>
                  <a:srgbClr val="ffffff"/>
                </a:solidFill>
                <a:latin typeface="Raleway"/>
              </a:rPr>
              <a:t>Clique para editar</a:t>
            </a: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7"/>
          </p:nvPr>
        </p:nvSpPr>
        <p:spPr>
          <a:xfrm>
            <a:off x="504000" y="703872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8"/>
          </p:nvPr>
        </p:nvSpPr>
        <p:spPr>
          <a:xfrm>
            <a:off x="3447360" y="703872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7227360" y="703872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F00F8BC-9048-42FF-AFBA-F92693157339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3"/>
    <p:sldLayoutId id="2147483657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79280" cy="7558560"/>
          </a:xfrm>
          <a:prstGeom prst="rect">
            <a:avLst/>
          </a:prstGeom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32000" y="321840"/>
            <a:ext cx="590400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4000" spc="-1" strike="noStrike">
                <a:solidFill>
                  <a:srgbClr val="ffffff"/>
                </a:solidFill>
                <a:latin typeface="Linden Hill"/>
              </a:rPr>
              <a:t>Clique para editar</a:t>
            </a:r>
            <a:endParaRPr b="0" lang="pt-BR" sz="4000" spc="-1" strike="noStrike">
              <a:solidFill>
                <a:srgbClr val="ffffff"/>
              </a:solidFill>
              <a:latin typeface="Linden Hil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76000" y="1584000"/>
            <a:ext cx="8856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just">
              <a:spcAft>
                <a:spcPts val="1417"/>
              </a:spcAft>
              <a:buNone/>
            </a:pPr>
            <a:r>
              <a:rPr b="0" lang="pt-BR" sz="2600" spc="-1" strike="noStrike">
                <a:solidFill>
                  <a:srgbClr val="ffffff"/>
                </a:solidFill>
                <a:latin typeface="Raleway"/>
              </a:rPr>
              <a:t>Clique para editar</a:t>
            </a: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10"/>
          </p:nvPr>
        </p:nvSpPr>
        <p:spPr>
          <a:xfrm>
            <a:off x="504000" y="698400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11"/>
          </p:nvPr>
        </p:nvSpPr>
        <p:spPr>
          <a:xfrm>
            <a:off x="3447360" y="698400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12"/>
          </p:nvPr>
        </p:nvSpPr>
        <p:spPr>
          <a:xfrm>
            <a:off x="7227360" y="698400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F9E3402-052F-4B5C-841A-E3AAFB1185BC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1120" y="5605200"/>
            <a:ext cx="708516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ffffff"/>
              </a:solidFill>
              <a:latin typeface="Linden Hil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504000" y="645120"/>
            <a:ext cx="9000000" cy="453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pt-BR" sz="24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960000" y="6696000"/>
            <a:ext cx="6048000" cy="5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2800" spc="-1" strike="noStrike">
                <a:solidFill>
                  <a:srgbClr val="ffffff"/>
                </a:solidFill>
                <a:latin typeface="Raleway"/>
              </a:rPr>
              <a:t>Subtítulo</a:t>
            </a:r>
            <a:endParaRPr b="0" lang="pt-BR" sz="2800" spc="-1" strike="noStrike">
              <a:solidFill>
                <a:srgbClr val="ffffff"/>
              </a:solidFill>
              <a:latin typeface="Ralewa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31640" y="322920"/>
            <a:ext cx="5918040" cy="679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000" spc="-1" strike="noStrike">
              <a:solidFill>
                <a:srgbClr val="ffffff"/>
              </a:solidFill>
              <a:latin typeface="Linden Hil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6880" y="1512000"/>
            <a:ext cx="9069120" cy="49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17"/>
              </a:spcAft>
              <a:buNone/>
            </a:pP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6351120" y="6687720"/>
            <a:ext cx="320724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pt-BR" sz="2200" spc="-1" strike="noStrike">
                <a:solidFill>
                  <a:srgbClr val="ffffff"/>
                </a:solidFill>
                <a:latin typeface="Raleway"/>
              </a:rPr>
              <a:t>Descrição da imagem</a:t>
            </a:r>
            <a:endParaRPr b="0" lang="pt-BR" sz="22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424000" y="792000"/>
            <a:ext cx="1665000" cy="4744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pt-BR" sz="2600" spc="-1" strike="noStrike">
                <a:solidFill>
                  <a:srgbClr val="ffffff"/>
                </a:solidFill>
                <a:latin typeface="Raleway"/>
              </a:rPr>
              <a:t>Subtítulo</a:t>
            </a: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87360" y="389520"/>
            <a:ext cx="5829480" cy="59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000" spc="-1" strike="noStrike">
              <a:solidFill>
                <a:srgbClr val="ffffff"/>
              </a:solidFill>
              <a:latin typeface="Linden Hil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76000" y="1512000"/>
            <a:ext cx="4248000" cy="50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17"/>
              </a:spcAft>
              <a:buNone/>
            </a:pPr>
            <a:endParaRPr b="0" lang="pt-BR" sz="24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253480" y="1512000"/>
            <a:ext cx="4178520" cy="50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17"/>
              </a:spcAft>
              <a:buNone/>
            </a:pPr>
            <a:endParaRPr b="0" lang="pt-BR" sz="24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424360" y="792360"/>
            <a:ext cx="1665000" cy="4744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pt-BR" sz="2600" spc="-1" strike="noStrike">
                <a:solidFill>
                  <a:srgbClr val="ffffff"/>
                </a:solidFill>
                <a:latin typeface="Raleway"/>
              </a:rPr>
              <a:t>Subtítulo</a:t>
            </a: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6351480" y="6687720"/>
            <a:ext cx="320724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pt-BR" sz="2200" spc="-1" strike="noStrike">
                <a:solidFill>
                  <a:srgbClr val="ffffff"/>
                </a:solidFill>
                <a:latin typeface="Raleway"/>
              </a:rPr>
              <a:t>Descrição da imagem</a:t>
            </a:r>
            <a:endParaRPr b="0" lang="pt-BR" sz="22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691640" y="6696000"/>
            <a:ext cx="320724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pt-BR" sz="2200" spc="-1" strike="noStrike">
                <a:solidFill>
                  <a:srgbClr val="ffffff"/>
                </a:solidFill>
                <a:latin typeface="Raleway"/>
              </a:rPr>
              <a:t>Descrição da imagem</a:t>
            </a:r>
            <a:endParaRPr b="0" lang="pt-BR" sz="2200" spc="-1" strike="noStrike">
              <a:solidFill>
                <a:srgbClr val="ffffff"/>
              </a:solidFill>
              <a:latin typeface="Ralewa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32000" y="373320"/>
            <a:ext cx="5616000" cy="63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000" spc="-1" strike="noStrike">
              <a:solidFill>
                <a:srgbClr val="ffffff"/>
              </a:solidFill>
              <a:latin typeface="Linden Hil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76000" y="1512000"/>
            <a:ext cx="4248000" cy="56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17"/>
              </a:spcAft>
              <a:buNone/>
            </a:pP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5253480" y="1512000"/>
            <a:ext cx="4178520" cy="56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17"/>
              </a:spcAft>
              <a:buNone/>
            </a:pP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8424360" y="792360"/>
            <a:ext cx="1665000" cy="4744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pt-BR" sz="2600" spc="-1" strike="noStrike">
                <a:solidFill>
                  <a:srgbClr val="ffffff"/>
                </a:solidFill>
                <a:latin typeface="Raleway"/>
              </a:rPr>
              <a:t>Subtítulo</a:t>
            </a: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32000" y="321840"/>
            <a:ext cx="590400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000" spc="-1" strike="noStrike">
              <a:solidFill>
                <a:srgbClr val="ffffff"/>
              </a:solidFill>
              <a:latin typeface="Linden Hil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506880" y="1512000"/>
            <a:ext cx="9069120" cy="56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417"/>
              </a:spcAft>
              <a:buNone/>
            </a:pP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424000" y="792000"/>
            <a:ext cx="1665000" cy="4744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pt-BR" sz="2600" spc="-1" strike="noStrike">
                <a:solidFill>
                  <a:srgbClr val="ffffff"/>
                </a:solidFill>
                <a:latin typeface="Raleway"/>
              </a:rPr>
              <a:t>Subtítulo</a:t>
            </a:r>
            <a:endParaRPr b="0" lang="pt-BR" sz="2600" spc="-1" strike="noStrike">
              <a:solidFill>
                <a:srgbClr val="ffffff"/>
              </a:solidFill>
              <a:latin typeface="Ralewa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2026-10-19T16:21:39Z</dcterms:created>
  <dc:creator/>
  <dc:description/>
  <dc:language>en-US</dc:language>
  <cp:lastModifiedBy/>
  <cp:revision>1</cp:revision>
  <dc:subject/>
  <dc:title/>
</cp:coreProperties>
</file>