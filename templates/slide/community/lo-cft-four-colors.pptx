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4.svg" ContentType="image/svg"/>
  <Override PartName="/ppt/media/image7.png" ContentType="image/png"/>
  <Override PartName="/ppt/media/image6.svg" ContentType="image/svg"/>
  <Override PartName="/ppt/media/image9.png" ContentType="image/png"/>
  <Override PartName="/ppt/media/image10.svg" ContentType="image/svg"/>
  <Override PartName="/ppt/media/image8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84ABFB-3165-4077-9481-550F0A6BEB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4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CB348E-03B9-45ED-A7CD-1EF4325A4D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88700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C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C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C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C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C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C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5F8A0A0-35CE-4A3D-B959-BEAD3C3D3F49}" type="slidenum">
              <a:rPr b="0" lang="de-C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C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sv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016000" y="3456000"/>
            <a:ext cx="6408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buNone/>
            </a:pPr>
            <a:r>
              <a:rPr b="0" lang="de-CH" sz="6000" spc="-1" strike="noStrike">
                <a:solidFill>
                  <a:srgbClr val="000000"/>
                </a:solidFill>
                <a:latin typeface="Arial"/>
              </a:rPr>
              <a:t>Presentation Title</a:t>
            </a:r>
            <a:endParaRPr b="0" lang="de-CH" sz="6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56000" y="177840"/>
            <a:ext cx="3600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Title Topic 1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9171720" y="6984000"/>
            <a:ext cx="1221480" cy="432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67D0BE42-4C42-495E-8F3D-FC49ACA933F6}" type="slidenum">
              <a:rPr b="0" lang="de-CH" sz="1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56000" y="177840"/>
            <a:ext cx="3600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Title Topic 2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175320" y="6983280"/>
            <a:ext cx="1221480" cy="432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29226264-BA5D-4EF5-A31B-4A1738CE644D}" type="slidenum">
              <a:rPr b="0" lang="de-CH" sz="1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56000" y="177840"/>
            <a:ext cx="3600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Title Topic 3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9165240" y="6983280"/>
            <a:ext cx="1221480" cy="432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CF8BEB08-E566-4175-B51C-1DC54AFEC5C6}" type="slidenum">
              <a:rPr b="0" lang="de-CH" sz="1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656000" y="177840"/>
            <a:ext cx="36000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de-CH" sz="4400" spc="-1" strike="noStrike">
                <a:solidFill>
                  <a:srgbClr val="000000"/>
                </a:solidFill>
                <a:latin typeface="Arial"/>
              </a:rPr>
              <a:t>Title Topic 4</a:t>
            </a:r>
            <a:endParaRPr b="0" lang="de-C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80720" y="6983280"/>
            <a:ext cx="1221480" cy="4327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fld id="{DC4D13BE-F43B-4855-B810-9CE7FAD62141}" type="slidenum">
              <a:rPr b="0" lang="de-CH" sz="1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de-C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2026-10-19T16:21:35Z</dcterms:created>
  <dc:creator/>
  <dc:description/>
  <dc:language>en-US</dc:language>
  <cp:lastModifiedBy/>
  <cp:revision>1</cp:revision>
  <dc:subject/>
  <dc:title/>
</cp:coreProperties>
</file>