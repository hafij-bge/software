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d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730998-4131-462C-8AE1-57F0AD811C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6142" sy="66141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Trebuchet M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Trebuchet M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Trebuchet M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Trebuchet M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Trebuchet M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Trebuchet M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Trebuchet M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Trebuchet M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Trebuchet M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Trebuchet M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Trebuchet M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Trebuchet M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Trebuchet M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11CB0F9-8143-4B6C-ABF4-6B9327A1DC90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814040"/>
            <a:ext cx="9071640" cy="489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2026-10-19T16:22:16Z</dcterms:created>
  <dc:creator/>
  <dc:description>Creative Commons License
Some rights reserved. This work is licensed under a
Creative Commons Attribution 3.0 License.
Based on Sedi wallpaper by Dianita89 available here:
http://dianita89.deviantart.com/art/Sedi-60799398</dc:description>
  <dc:language>en-US</dc:language>
  <cp:lastModifiedBy/>
  <cp:revision>1</cp:revision>
  <dc:subject/>
  <dc:title>Sedi</dc:title>
</cp:coreProperties>
</file>