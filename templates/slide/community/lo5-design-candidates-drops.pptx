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ro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2554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02BBF0-32DC-42EE-AAD8-38FAEF1584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ro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2554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69618D-4E66-431A-926E-AE6C19D40B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rop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2554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7A3677-AD8E-4364-9231-49F39A8B6B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038A3D7-83BC-46CA-803D-938974732FC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" name="" descr=""/>
          <p:cNvPicPr/>
          <p:nvPr/>
        </p:nvPicPr>
        <p:blipFill>
          <a:blip r:embed="rId2"/>
          <a:srcRect l="0" t="0" r="2866" b="0"/>
          <a:stretch/>
        </p:blipFill>
        <p:spPr>
          <a:xfrm>
            <a:off x="-92520" y="0"/>
            <a:ext cx="10172160" cy="75600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0" y="0"/>
            <a:ext cx="10080000" cy="16635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2554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38AA64D-B7C6-4416-A34F-24285571372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6" name="" descr=""/>
          <p:cNvPicPr/>
          <p:nvPr/>
        </p:nvPicPr>
        <p:blipFill>
          <a:blip r:embed="rId2"/>
          <a:srcRect l="0" t="0" r="2848" b="0"/>
          <a:stretch/>
        </p:blipFill>
        <p:spPr>
          <a:xfrm>
            <a:off x="8109360" y="0"/>
            <a:ext cx="1970640" cy="1657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2554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2026-10-19T16:21:56Z</dcterms:created>
  <dc:creator/>
  <dc:description/>
  <dc:language>en-US</dc:language>
  <cp:lastModifiedBy/>
  <cp:revision>1</cp:revision>
  <dc:subject/>
  <dc:title/>
</cp:coreProperties>
</file>