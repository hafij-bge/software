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60000" y="49320"/>
            <a:ext cx="9071640" cy="84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47FE6B-4492-49A4-B7CA-60AB7C877F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49320"/>
            <a:ext cx="9071640" cy="84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9BD949-12BE-4E8F-9222-2A01DC7EE0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ian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49320"/>
            <a:ext cx="9071640" cy="84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FCFA6-5E8F-4642-9499-EE94BF2DED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4142520"/>
            <a:ext cx="10080000" cy="3407040"/>
          </a:xfrm>
          <a:prstGeom prst="rect">
            <a:avLst/>
          </a:prstGeom>
          <a:ln w="0">
            <a:noFill/>
          </a:ln>
        </p:spPr>
      </p:pic>
      <p:sp>
        <p:nvSpPr>
          <p:cNvPr id="1" name=""/>
          <p:cNvSpPr/>
          <p:nvPr/>
        </p:nvSpPr>
        <p:spPr>
          <a:xfrm>
            <a:off x="0" y="0"/>
            <a:ext cx="10080000" cy="4236840"/>
          </a:xfrm>
          <a:prstGeom prst="rect">
            <a:avLst/>
          </a:prstGeom>
          <a:solidFill>
            <a:srgbClr val="00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24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1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AFDEB6-A51B-4D70-A54F-EA1829D479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04000" y="292320"/>
            <a:ext cx="9071640" cy="1262160"/>
          </a:xfrm>
          <a:prstGeom prst="rect">
            <a:avLst/>
          </a:prstGeom>
          <a:solidFill>
            <a:srgbClr val="000000">
              <a:alpha val="8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609840" y="386640"/>
            <a:ext cx="8808480" cy="100584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6696360"/>
            <a:ext cx="10080000" cy="863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044C02C-43DB-4733-8A3E-8ADDBCB5087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10080000" cy="863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9" name="" descr=""/>
          <p:cNvPicPr/>
          <p:nvPr/>
        </p:nvPicPr>
        <p:blipFill>
          <a:blip r:embed="rId2"/>
          <a:stretch/>
        </p:blipFill>
        <p:spPr>
          <a:xfrm>
            <a:off x="3687840" y="5973480"/>
            <a:ext cx="6293880" cy="83772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5"/>
          <p:cNvSpPr>
            <a:spLocks noGrp="1"/>
          </p:cNvSpPr>
          <p:nvPr>
            <p:ph type="title"/>
          </p:nvPr>
        </p:nvSpPr>
        <p:spPr>
          <a:xfrm>
            <a:off x="360000" y="49320"/>
            <a:ext cx="9071640" cy="84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6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224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49320"/>
            <a:ext cx="9071640" cy="84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2026-10-19T16:22:02Z</dcterms:created>
  <dc:creator/>
  <dc:description/>
  <dc:language>en-US</dc:language>
  <cp:lastModifiedBy/>
  <cp:revision>1</cp:revision>
  <dc:subject/>
  <dc:title/>
</cp:coreProperties>
</file>