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27831-4611-436E-8F7D-C50764B912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DejaVu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DejaVu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055D6BC7-C7DA-4F01-87FB-D325D0136F9D}" type="slidenum">
              <a:rPr b="0" lang="en-US" sz="1400" spc="-1" strike="noStrike">
                <a:solidFill>
                  <a:srgbClr val="ffffff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2026-10-19T16:21:26Z</dcterms:created>
  <dc:creator/>
  <dc:description>Abstract presentation background. Black; not recommended for printing. Picture made with  Bomomo (http://bomomo.com/).</dc:description>
  <cp:keywords>background abstract presentation</cp:keywords>
  <dc:language>en-US</dc:language>
  <cp:lastModifiedBy/>
  <cp:revision>1</cp:revision>
  <dc:subject>Presentation background</dc:subject>
  <dc:title>Curve presentation background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2">
    <vt:lpwstr/>
  </property>
  <property fmtid="{D5CDD505-2E9C-101B-9397-08002B2CF9AE}" pid="3" name="Info 3">
    <vt:lpwstr/>
  </property>
  <property fmtid="{D5CDD505-2E9C-101B-9397-08002B2CF9AE}" pid="4" name="Info 4">
    <vt:lpwstr/>
  </property>
  <property fmtid="{D5CDD505-2E9C-101B-9397-08002B2CF9AE}" pid="5" name="License">
    <vt:lpwstr>CC-BY http://creativecommons.org/licenses/by/3.0/us/ (attribute to orngjce223)</vt:lpwstr>
  </property>
</Properties>
</file>