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</p:sldMasterIdLst>
  <p:sldIdLst>
    <p:sldId id="256" r:id="rId6"/>
    <p:sldId id="257" r:id="rId7"/>
    <p:sldId id="258" r:id="rId8"/>
    <p:sldId id="259" r:id="rId9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D8F922-8696-4D71-9BDD-58F430AC02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restb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4CC1D6-97DF-4972-8B79-F20678ED4D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C1AC0C-DC45-439A-ADB1-8B4EDC4F45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748CBD4-3DB3-4213-9ECE-F9C71AF06B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D37201E-4A47-4FCF-8A93-5B14E3E8DC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6C594D3-CD8E-407D-BA66-99F887C3795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21746DC-B9DD-426A-9A60-BFD7CEA0DF7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1CABA9D-10EB-4188-BA19-E9EADCD39DE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C591B9F-E813-4922-ACD2-F9FF2279C18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2026-10-19T16:21:57Z</dcterms:created>
  <dc:creator/>
  <dc:description/>
  <dc:language>en-US</dc:language>
  <cp:lastModifiedBy/>
  <cp:revision>1</cp:revision>
  <dc:subject/>
  <dc:title/>
</cp:coreProperties>
</file>