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  <Override PartName="/ppt/media/image12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cipaper-left-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C6A14-D793-46E0-81BA-C860926736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cipaper-left-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94CBAF-25C5-4C80-8DAF-99D692E936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C708D3A-DB3C-467C-B383-B3F60C14C7F0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 rot="19388400">
            <a:off x="2663280" y="3504600"/>
            <a:ext cx="5184000" cy="90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72000" y="5472000"/>
            <a:ext cx="168336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Your Name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Your Institution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26360" y="301320"/>
            <a:ext cx="442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44000" y="259416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44000" y="331812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44000" y="404208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44000" y="476604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76360" y="301320"/>
            <a:ext cx="352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44000" y="259452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44000" y="33184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44000" y="404244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44000" y="476640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276360" y="301320"/>
            <a:ext cx="352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44000" y="259452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44000" y="33184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44000" y="404244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44000" y="476640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006360" y="301320"/>
            <a:ext cx="406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Discussion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44000" y="2594520"/>
            <a:ext cx="1728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Introduction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44000" y="3318480"/>
            <a:ext cx="1316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Methods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44000" y="4042440"/>
            <a:ext cx="13989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ae00"/>
                </a:solidFill>
                <a:latin typeface="Arial"/>
              </a:rPr>
              <a:t>Results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44000" y="4766400"/>
            <a:ext cx="1563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de-CH" sz="1800" spc="-1" strike="noStrike">
                <a:solidFill>
                  <a:srgbClr val="008000"/>
                </a:solidFill>
                <a:latin typeface="Arial"/>
              </a:rPr>
              <a:t>Discussion</a:t>
            </a:r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36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Acknowledgements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36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ae00"/>
                </a:solidFill>
                <a:latin typeface="Arial"/>
              </a:rPr>
              <a:t>References</a:t>
            </a:r>
            <a:endParaRPr b="0" lang="de-CH" sz="4400" spc="-1" strike="noStrike">
              <a:solidFill>
                <a:srgbClr val="00ae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844000" y="2808000"/>
            <a:ext cx="4392000" cy="260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 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Author1. (Year). </a:t>
            </a:r>
            <a:r>
              <a:rPr b="0" i="1" lang="de-CH" sz="2000" spc="-1" strike="noStrike">
                <a:solidFill>
                  <a:srgbClr val="008000"/>
                </a:solidFill>
                <a:latin typeface="Arial"/>
              </a:rPr>
              <a:t>Title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. Journal.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 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Author2. (Year). </a:t>
            </a:r>
            <a:r>
              <a:rPr b="0" i="1" lang="de-CH" sz="2000" spc="-1" strike="noStrike">
                <a:solidFill>
                  <a:srgbClr val="008000"/>
                </a:solidFill>
                <a:latin typeface="Arial"/>
              </a:rPr>
              <a:t>Title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. Journal.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 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Author3. (Year). </a:t>
            </a:r>
            <a:r>
              <a:rPr b="0" i="1" lang="de-CH" sz="2000" spc="-1" strike="noStrike">
                <a:solidFill>
                  <a:srgbClr val="008000"/>
                </a:solidFill>
                <a:latin typeface="Arial"/>
              </a:rPr>
              <a:t>Title</a:t>
            </a:r>
            <a:r>
              <a:rPr b="0" lang="de-CH" sz="2000" spc="-1" strike="noStrike">
                <a:solidFill>
                  <a:srgbClr val="008000"/>
                </a:solidFill>
                <a:latin typeface="Arial"/>
              </a:rPr>
              <a:t>. Journal.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2026-10-19T16:21:41Z</dcterms:created>
  <dc:creator/>
  <dc:description/>
  <dc:language>en-US</dc:language>
  <cp:lastModifiedBy/>
  <cp:revision>1</cp:revision>
  <dc:subject/>
  <dc:title>sci_green_left</dc:title>
</cp:coreProperties>
</file>