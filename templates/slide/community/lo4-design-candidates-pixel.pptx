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ix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800" spc="-1" strike="noStrike">
              <a:solidFill>
                <a:srgbClr val="000000"/>
              </a:solidFill>
              <a:latin typeface="Source Sans Pro Black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000" spc="-1" strike="noStrike">
              <a:solidFill>
                <a:srgbClr val="000000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09737F-3A2A-4669-B662-1E57402744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800" spc="-1" strike="noStrike">
                <a:solidFill>
                  <a:srgbClr val="000000"/>
                </a:solidFill>
                <a:latin typeface="Source Sans Pro Black"/>
              </a:rPr>
              <a:t>Click to edit </a:t>
            </a:r>
            <a:r>
              <a:rPr b="0" lang="en-US" sz="4800" spc="-1" strike="noStrike">
                <a:solidFill>
                  <a:srgbClr val="000000"/>
                </a:solidFill>
                <a:latin typeface="Source Sans Pro Black"/>
              </a:rPr>
              <a:t>the</a:t>
            </a:r>
            <a:r>
              <a:rPr b="0" lang="en-US" sz="4800" spc="-1" strike="noStrike">
                <a:solidFill>
                  <a:srgbClr val="000000"/>
                </a:solidFill>
                <a:latin typeface="Source Sans Pro Black"/>
              </a:rPr>
              <a:t> title text format</a:t>
            </a:r>
            <a:endParaRPr b="0" lang="en-US" sz="4800" spc="-1" strike="noStrike">
              <a:solidFill>
                <a:srgbClr val="000000"/>
              </a:solidFill>
              <a:latin typeface="Source Sans Pro Black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Aft>
                <a:spcPts val="1063"/>
              </a:spcAft>
            </a:pPr>
            <a:r>
              <a:rPr b="0" lang="en-US" sz="3200" spc="-1" strike="noStrike">
                <a:solidFill>
                  <a:srgbClr val="000000"/>
                </a:solidFill>
                <a:latin typeface="DejaVu Sans"/>
              </a:rPr>
              <a:t>Click to edit the outline </a:t>
            </a:r>
            <a:r>
              <a:rPr b="0" lang="en-US" sz="3200" spc="-1" strike="noStrike">
                <a:solidFill>
                  <a:srgbClr val="000000"/>
                </a:solidFill>
                <a:latin typeface="DejaVu Sans"/>
              </a:rPr>
              <a:t>text</a:t>
            </a:r>
            <a:r>
              <a:rPr b="0" lang="en-US" sz="3200" spc="-1" strike="noStrike">
                <a:solidFill>
                  <a:srgbClr val="000000"/>
                </a:solidFill>
                <a:latin typeface="DejaVu Sans"/>
              </a:rPr>
              <a:t> format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  <a:p>
            <a:pPr lvl="1" marL="457200">
              <a:spcAft>
                <a:spcPts val="8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DejaVu Sans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lvl="2" marL="457200">
              <a:spcAft>
                <a:spcPts val="63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lvl="3" marL="457200">
              <a:spcAft>
                <a:spcPts val="42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DejaVu Sans"/>
              </a:rPr>
              <a:t>Fourth Outline Level</a:t>
            </a:r>
            <a:endParaRPr b="0" lang="en-US" sz="1500" spc="-1" strike="noStrike">
              <a:solidFill>
                <a:srgbClr val="000000"/>
              </a:solidFill>
              <a:latin typeface="DejaVu Sans"/>
            </a:endParaRPr>
          </a:p>
          <a:p>
            <a:pPr lvl="4" marL="2160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DejaVu Sans"/>
              </a:rPr>
              <a:t>Fifth Outline Level</a:t>
            </a:r>
            <a:endParaRPr b="0" lang="en-US" sz="1500" spc="-1" strike="noStrike">
              <a:solidFill>
                <a:srgbClr val="000000"/>
              </a:solidFill>
              <a:latin typeface="DejaVu Sans"/>
            </a:endParaRPr>
          </a:p>
          <a:p>
            <a:pPr lvl="5" marL="2592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DejaVu Sans"/>
              </a:rPr>
              <a:t>Sixth Outline Level</a:t>
            </a:r>
            <a:endParaRPr b="0" lang="en-US" sz="1500" spc="-1" strike="noStrike">
              <a:solidFill>
                <a:srgbClr val="000000"/>
              </a:solidFill>
              <a:latin typeface="DejaVu Sans"/>
            </a:endParaRPr>
          </a:p>
          <a:p>
            <a:pPr lvl="6" marL="3024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DejaVu Sans"/>
              </a:rPr>
              <a:t>Seventh Outline Level</a:t>
            </a:r>
            <a:endParaRPr b="0" lang="en-US" sz="15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6DFDEDD-6D8D-40C2-86D6-DDA053B2B71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800" spc="-1" strike="noStrike">
              <a:solidFill>
                <a:srgbClr val="000000"/>
              </a:solidFill>
              <a:latin typeface="Source Sans Pro Black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rgbClr val="000000"/>
              </a:solidFill>
              <a:latin typeface="Source Sans Pr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2026-10-19T16:21:50Z</dcterms:created>
  <dc:creator/>
  <dc:description>Created by Daniel Hulse.
Licensed under the Creative Commons CC0 license.</dc:description>
  <dc:language>en-US</dc:language>
  <cp:lastModifiedBy/>
  <cp:revision>1</cp:revision>
  <dc:subject>A 16:9 Template</dc:subject>
  <dc:title>Pixel</dc:title>
</cp:coreProperties>
</file>