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  <Override PartName="/ppt/media/image12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r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BAC85C-345A-423D-B358-475320E51A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4re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CA8B8-4222-4CC7-889E-14864DDA8B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E191044-946B-4E46-94A1-6D7F6C210FEF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276000" y="4529520"/>
            <a:ext cx="6120000" cy="94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6000" spc="-1" strike="noStrike">
                <a:solidFill>
                  <a:srgbClr val="000000"/>
                </a:solidFill>
                <a:latin typeface="Arial"/>
              </a:rPr>
              <a:t>Presentation Titel</a:t>
            </a:r>
            <a:endParaRPr b="0" lang="de-CH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2160000" y="648000"/>
            <a:ext cx="2736000" cy="54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3200" spc="199" strike="noStrike">
                <a:solidFill>
                  <a:srgbClr val="000000"/>
                </a:solidFill>
                <a:latin typeface="Arial"/>
              </a:rPr>
              <a:t>Title Topic 1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160000" y="648360"/>
            <a:ext cx="2736000" cy="54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3200" spc="199" strike="noStrike">
                <a:solidFill>
                  <a:srgbClr val="000000"/>
                </a:solidFill>
                <a:latin typeface="Arial"/>
              </a:rPr>
              <a:t>Title Topic 2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2160000" y="648360"/>
            <a:ext cx="2736000" cy="54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3200" spc="199" strike="noStrike">
                <a:solidFill>
                  <a:srgbClr val="000000"/>
                </a:solidFill>
                <a:latin typeface="Arial"/>
              </a:rPr>
              <a:t>Title Topic 3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2160000" y="648360"/>
            <a:ext cx="2736000" cy="54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3200" spc="199" strike="noStrike">
                <a:solidFill>
                  <a:srgbClr val="000000"/>
                </a:solidFill>
                <a:latin typeface="Arial"/>
              </a:rPr>
              <a:t>Title Topic 4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2160000" y="648360"/>
            <a:ext cx="4176000" cy="54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de-CH" sz="3200" spc="199" strike="noStrike">
                <a:solidFill>
                  <a:srgbClr val="ff0000"/>
                </a:solidFill>
                <a:latin typeface="Arial"/>
              </a:rPr>
              <a:t>Title neutral Slide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2026-10-19T16:21:36Z</dcterms:created>
  <dc:creator/>
  <dc:description/>
  <dc:language>en-US</dc:language>
  <cp:lastModifiedBy/>
  <cp:revision>1</cp:revision>
  <dc:subject/>
  <dc:title/>
</cp:coreProperties>
</file>