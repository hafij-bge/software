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n-US" sz="36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60000" y="1980000"/>
            <a:ext cx="936000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4"/>
              </a:spcAft>
              <a:buNone/>
            </a:pPr>
            <a:endParaRPr b="1" lang="en-US" sz="3200" spc="-1" strike="noStrike">
              <a:solidFill>
                <a:srgbClr val="2c3e50"/>
              </a:solidFill>
              <a:latin typeface="Source Sans Pro Semibold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62C4B5-6ACE-4D74-8424-6659C750EF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n-US" sz="36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360000" y="1980000"/>
            <a:ext cx="936000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992198-0517-41C2-8896-0597DC572A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7200000"/>
            <a:ext cx="10080000" cy="360000"/>
          </a:xfrm>
          <a:prstGeom prst="rect">
            <a:avLst/>
          </a:prstGeom>
          <a:solidFill>
            <a:srgbClr val="2c3e50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" name=""/>
          <p:cNvSpPr/>
          <p:nvPr/>
        </p:nvSpPr>
        <p:spPr>
          <a:xfrm>
            <a:off x="0" y="0"/>
            <a:ext cx="10080000" cy="1620000"/>
          </a:xfrm>
          <a:prstGeom prst="rect">
            <a:avLst/>
          </a:prstGeom>
          <a:solidFill>
            <a:srgbClr val="2c3e50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  <a:endParaRPr b="1" lang="en-US" sz="36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936000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4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2c3e50"/>
                </a:solidFill>
                <a:latin typeface="Source Sans Pro Semibold"/>
              </a:rPr>
              <a:t>Click to edit the outline text format</a:t>
            </a:r>
            <a:endParaRPr b="1" lang="en-US" sz="3200" spc="-1" strike="noStrike">
              <a:solidFill>
                <a:srgbClr val="2c3e50"/>
              </a:solidFill>
              <a:latin typeface="Source Sans Pro Semibold"/>
            </a:endParaRPr>
          </a:p>
          <a:p>
            <a:pPr lvl="1" marL="864000" indent="-324000">
              <a:spcAft>
                <a:spcPts val="113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c3e50"/>
                </a:solidFill>
                <a:latin typeface="Source Sans Pro"/>
              </a:rPr>
              <a:t>Second Outline Level</a:t>
            </a:r>
            <a:endParaRPr b="0" lang="en-US" sz="2800" spc="-1" strike="noStrike">
              <a:solidFill>
                <a:srgbClr val="2c3e50"/>
              </a:solidFill>
              <a:latin typeface="Source Sans Pro"/>
            </a:endParaRPr>
          </a:p>
          <a:p>
            <a:pPr lvl="2" marL="1296000" indent="-288000">
              <a:spcAft>
                <a:spcPts val="850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c3e50"/>
                </a:solidFill>
                <a:latin typeface="Source Sans Pro"/>
              </a:rPr>
              <a:t>Third Outline Level</a:t>
            </a:r>
            <a:endParaRPr b="0" lang="en-US" sz="2400" spc="-1" strike="noStrike">
              <a:solidFill>
                <a:srgbClr val="2c3e50"/>
              </a:solidFill>
              <a:latin typeface="Source Sans Pro"/>
            </a:endParaRPr>
          </a:p>
          <a:p>
            <a:pPr lvl="3" marL="1728000" indent="-216000">
              <a:spcAft>
                <a:spcPts val="567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2c3e50"/>
                </a:solidFill>
                <a:latin typeface="Source Sans Pro"/>
              </a:rPr>
              <a:t>Fourth Outline Level</a:t>
            </a:r>
            <a:endParaRPr b="0" lang="en-US" sz="2000" spc="-1" strike="noStrike">
              <a:solidFill>
                <a:srgbClr val="2c3e50"/>
              </a:solidFill>
              <a:latin typeface="Source Sans Pro"/>
            </a:endParaRPr>
          </a:p>
          <a:p>
            <a:pPr lvl="4" marL="2160000" indent="-216000">
              <a:spcAft>
                <a:spcPts val="28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c3e50"/>
                </a:solidFill>
                <a:latin typeface="Source Sans Pro"/>
              </a:rPr>
              <a:t>Fifth Outline Level</a:t>
            </a:r>
            <a:endParaRPr b="0" lang="en-US" sz="2000" spc="-1" strike="noStrike">
              <a:solidFill>
                <a:srgbClr val="2c3e50"/>
              </a:solidFill>
              <a:latin typeface="Source Sans Pro"/>
            </a:endParaRPr>
          </a:p>
          <a:p>
            <a:pPr lvl="5" marL="2592000" indent="-216000">
              <a:spcAft>
                <a:spcPts val="28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c3e50"/>
                </a:solidFill>
                <a:latin typeface="Source Sans Pro"/>
              </a:rPr>
              <a:t>Sixth Outline Level</a:t>
            </a:r>
            <a:endParaRPr b="0" lang="en-US" sz="2000" spc="-1" strike="noStrike">
              <a:solidFill>
                <a:srgbClr val="2c3e50"/>
              </a:solidFill>
              <a:latin typeface="Source Sans Pro"/>
            </a:endParaRPr>
          </a:p>
          <a:p>
            <a:pPr lvl="6" marL="3024000" indent="-216000">
              <a:spcAft>
                <a:spcPts val="28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c3e50"/>
                </a:solidFill>
                <a:latin typeface="Source Sans Pro"/>
              </a:rPr>
              <a:t>Seventh Outline Level</a:t>
            </a:r>
            <a:endParaRPr b="0" lang="en-US" sz="20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360000" y="7200000"/>
            <a:ext cx="2880000" cy="36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20000" y="7200000"/>
            <a:ext cx="3240000" cy="36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6" name=""/>
          <p:cNvSpPr/>
          <p:nvPr/>
        </p:nvSpPr>
        <p:spPr>
          <a:xfrm>
            <a:off x="9270000" y="6894000"/>
            <a:ext cx="540000" cy="540000"/>
          </a:xfrm>
          <a:prstGeom prst="ellipse">
            <a:avLst/>
          </a:prstGeom>
          <a:solidFill>
            <a:srgbClr val="1abc9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9180000" y="6804000"/>
            <a:ext cx="720000" cy="72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fld id="{C23067BB-8A82-49E4-9379-583554F35B44}" type="slidenum"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10080000" cy="5040000"/>
          </a:xfrm>
          <a:prstGeom prst="rect">
            <a:avLst/>
          </a:prstGeom>
          <a:solidFill>
            <a:srgbClr val="1abc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60000" y="3780000"/>
            <a:ext cx="9360000" cy="95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  <a:endParaRPr b="1" lang="en-US" sz="36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60000" y="5220000"/>
            <a:ext cx="9360000" cy="19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456"/>
          </a:bodyPr>
          <a:p>
            <a:pPr marL="432000" indent="0">
              <a:spcAft>
                <a:spcPts val="876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Source Sans Pro"/>
              </a:rPr>
              <a:t>Click to edit the outline text format</a:t>
            </a:r>
            <a:endParaRPr b="0" lang="en-US" sz="2000" spc="-1" strike="noStrike">
              <a:solidFill>
                <a:srgbClr val="ffffff"/>
              </a:solidFill>
              <a:latin typeface="Source Sans Pro"/>
            </a:endParaRPr>
          </a:p>
          <a:p>
            <a:pPr lvl="1" marL="864000" indent="0">
              <a:spcAft>
                <a:spcPts val="1134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Source Sans Pro"/>
              </a:rPr>
              <a:t>Second Outline Level</a:t>
            </a:r>
            <a:endParaRPr b="0" lang="en-US" sz="2000" spc="-1" strike="noStrike">
              <a:solidFill>
                <a:srgbClr val="ffffff"/>
              </a:solidFill>
              <a:latin typeface="Source Sans Pro"/>
            </a:endParaRPr>
          </a:p>
          <a:p>
            <a:pPr lvl="2" marL="1296000" indent="0">
              <a:spcAft>
                <a:spcPts val="850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Source Sans Pro"/>
              </a:rPr>
              <a:t>Third Outline Level</a:t>
            </a:r>
            <a:endParaRPr b="0" lang="en-US" sz="2000" spc="-1" strike="noStrike">
              <a:solidFill>
                <a:srgbClr val="ffffff"/>
              </a:solidFill>
              <a:latin typeface="Source Sans Pro"/>
            </a:endParaRPr>
          </a:p>
          <a:p>
            <a:pPr lvl="3" marL="1728000" indent="0">
              <a:spcAft>
                <a:spcPts val="567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Source Sans Pro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Source Sans Pro"/>
            </a:endParaRPr>
          </a:p>
          <a:p>
            <a:pPr lvl="4" marL="2160000" indent="0">
              <a:spcAft>
                <a:spcPts val="283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Source Sans Pro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Source Sans Pro"/>
            </a:endParaRPr>
          </a:p>
          <a:p>
            <a:pPr lvl="5" marL="2592000" indent="0">
              <a:spcAft>
                <a:spcPts val="283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Source Sans Pro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Source Sans Pro"/>
            </a:endParaRPr>
          </a:p>
          <a:p>
            <a:pPr lvl="6" marL="3024000" indent="0">
              <a:spcAft>
                <a:spcPts val="283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Source Sans Pro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360000" y="7200000"/>
            <a:ext cx="2880000" cy="36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3420000" y="7200000"/>
            <a:ext cx="3240000" cy="36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9180000" y="6804000"/>
            <a:ext cx="720000" cy="72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fld id="{6D6AEE3A-765F-4F56-A76B-445F4F8CA455}" type="slidenum"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2520000" y="2520000"/>
            <a:ext cx="5040000" cy="2520000"/>
          </a:xfrm>
          <a:prstGeom prst="wedgeRectCallout">
            <a:avLst>
              <a:gd name="adj1" fmla="val -42740"/>
              <a:gd name="adj2" fmla="val 11418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700000" y="270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>
              <a:buNone/>
            </a:pPr>
            <a:r>
              <a:rPr b="1" lang="en-US" sz="3600" spc="-1" strike="noStrike">
                <a:solidFill>
                  <a:srgbClr val="2c3e50"/>
                </a:solidFill>
                <a:latin typeface="Source Sans Pro Black"/>
              </a:rPr>
              <a:t>Click to edit the title text format</a:t>
            </a:r>
            <a:endParaRPr b="1" lang="en-US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420000" y="5040000"/>
            <a:ext cx="630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949"/>
          </a:bodyPr>
          <a:p>
            <a:pPr marL="432000" indent="0">
              <a:spcAft>
                <a:spcPts val="876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Source Sans Pro"/>
              </a:rPr>
              <a:t>Click to edit the outline text format</a:t>
            </a:r>
            <a:endParaRPr b="0" lang="en-US" sz="2000" spc="-1" strike="noStrike">
              <a:solidFill>
                <a:srgbClr val="ffffff"/>
              </a:solidFill>
              <a:latin typeface="Source Sans Pro"/>
            </a:endParaRPr>
          </a:p>
          <a:p>
            <a:pPr lvl="1" marL="864000" indent="0">
              <a:spcAft>
                <a:spcPts val="1134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Source Sans Pro"/>
              </a:rPr>
              <a:t>Second Outline Level</a:t>
            </a:r>
            <a:endParaRPr b="0" lang="en-US" sz="2000" spc="-1" strike="noStrike">
              <a:solidFill>
                <a:srgbClr val="ffffff"/>
              </a:solidFill>
              <a:latin typeface="Source Sans Pro"/>
            </a:endParaRPr>
          </a:p>
          <a:p>
            <a:pPr lvl="2" marL="1296000" indent="0">
              <a:spcAft>
                <a:spcPts val="850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Source Sans Pro"/>
              </a:rPr>
              <a:t>Third Outline Level</a:t>
            </a:r>
            <a:endParaRPr b="0" lang="en-US" sz="2000" spc="-1" strike="noStrike">
              <a:solidFill>
                <a:srgbClr val="ffffff"/>
              </a:solidFill>
              <a:latin typeface="Source Sans Pro"/>
            </a:endParaRPr>
          </a:p>
          <a:p>
            <a:pPr lvl="3" marL="1728000" indent="0">
              <a:spcAft>
                <a:spcPts val="567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Source Sans Pro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Source Sans Pro"/>
            </a:endParaRPr>
          </a:p>
          <a:p>
            <a:pPr lvl="4" marL="2160000" indent="0">
              <a:spcAft>
                <a:spcPts val="283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Source Sans Pro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Source Sans Pro"/>
            </a:endParaRPr>
          </a:p>
          <a:p>
            <a:pPr lvl="5" marL="2592000" indent="0">
              <a:spcAft>
                <a:spcPts val="283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Source Sans Pro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Source Sans Pro"/>
            </a:endParaRPr>
          </a:p>
          <a:p>
            <a:pPr lvl="6" marL="3024000" indent="0">
              <a:spcAft>
                <a:spcPts val="283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Source Sans Pro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7"/>
          </p:nvPr>
        </p:nvSpPr>
        <p:spPr>
          <a:xfrm>
            <a:off x="360000" y="7200000"/>
            <a:ext cx="2880000" cy="36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8"/>
          </p:nvPr>
        </p:nvSpPr>
        <p:spPr>
          <a:xfrm>
            <a:off x="3420000" y="7200000"/>
            <a:ext cx="3240000" cy="36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9"/>
          </p:nvPr>
        </p:nvSpPr>
        <p:spPr>
          <a:xfrm>
            <a:off x="9180000" y="6804000"/>
            <a:ext cx="720000" cy="72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fld id="{C6F6CE36-2D56-4DBB-A483-094B579CA707}" type="slidenum"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60000" y="3780000"/>
            <a:ext cx="9360000" cy="95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50000"/>
              </a:lnSpc>
              <a:buNone/>
            </a:pPr>
            <a:endParaRPr b="1" lang="en-US" sz="36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360000" y="5220000"/>
            <a:ext cx="9360000" cy="19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200" spc="-1" strike="noStrike">
              <a:solidFill>
                <a:srgbClr val="ffffff"/>
              </a:solidFill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n-US" sz="36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60000" y="1980000"/>
            <a:ext cx="936000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4"/>
              </a:spcAft>
              <a:buNone/>
            </a:pPr>
            <a:endParaRPr b="1" lang="en-US" sz="3200" spc="-1" strike="noStrike">
              <a:solidFill>
                <a:srgbClr val="2c3e50"/>
              </a:solidFill>
              <a:latin typeface="Source Sans Pro Semibold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92C1EF-77F7-4A61-9F68-3DA7249881AC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2026-10-19T16:22:07Z</dcterms:created>
  <dc:creator/>
  <dc:description/>
  <dc:language>en-US</dc:language>
  <cp:lastModifiedBy/>
  <cp:revision>1</cp:revision>
  <dc:subject/>
  <dc:title/>
</cp:coreProperties>
</file>