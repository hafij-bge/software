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ed_scrib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D13561-19AF-4DB0-91F8-FDCA21F163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red_scrib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D4543C-6193-4ACB-BFD2-99911A3FAB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CH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CH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A0574FF-2832-48B7-834A-025863A659C1}" type="slidenum"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664000" y="3539520"/>
            <a:ext cx="604800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CH" sz="6000" spc="-1" strike="noStrike">
                <a:solidFill>
                  <a:srgbClr val="b80047"/>
                </a:solidFill>
                <a:latin typeface="Arial"/>
              </a:rPr>
              <a:t>Presentation Title</a:t>
            </a:r>
            <a:endParaRPr b="0" lang="de-CH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592000" y="599760"/>
            <a:ext cx="273600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CH" sz="4400" spc="-1" strike="noStrike">
                <a:solidFill>
                  <a:srgbClr val="b80047"/>
                </a:solidFill>
                <a:latin typeface="Arial"/>
              </a:rPr>
              <a:t>Title Slide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2026-10-19T16:21:41Z</dcterms:created>
  <dc:creator/>
  <dc:description/>
  <dc:language>en-US</dc:language>
  <cp:lastModifiedBy/>
  <cp:revision>1</cp:revision>
  <dc:subject/>
  <dc:title/>
</cp:coreProperties>
</file>