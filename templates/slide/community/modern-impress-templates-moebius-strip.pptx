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oebius-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11E25-40B3-41F8-B7E9-3BDEFF0D68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16" sy="63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62357F3-49AA-42CE-9BBB-1310542E20FB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2026-10-19T16:22:10Z</dcterms:created>
  <dc:creator/>
  <dc:description>Creative Commons License
Some rights reserved. This work is licensed under a
Attribution 2.0 Generic
http://art.gnome.org/backgrounds/abstract/2327</dc:description>
  <dc:language>en-US</dc:language>
  <cp:lastModifiedBy/>
  <cp:revision>1</cp:revision>
  <dc:subject/>
  <dc:title>Moebius Strip</dc:title>
</cp:coreProperties>
</file>