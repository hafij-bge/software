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仮bie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99080" y="354240"/>
            <a:ext cx="9071640" cy="54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10040" y="132336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754CF0-667A-4D3D-8B87-AABFCD88A3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仮bie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99080" y="354240"/>
            <a:ext cx="9071640" cy="54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122580-A509-4A8B-A24A-528BD88C2D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仮biei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9080" y="354240"/>
            <a:ext cx="9071640" cy="54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10040" y="132336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D40A6F-8CFA-471A-9805-04CC28832F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rcRect l="0" t="7394" r="0" b="0"/>
          <a:stretch/>
        </p:blipFill>
        <p:spPr>
          <a:xfrm>
            <a:off x="-1080" y="-84240"/>
            <a:ext cx="10079640" cy="60980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C22438-4AD2-409D-A05D-638C19A0340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-1080" y="5931720"/>
            <a:ext cx="10081080" cy="1628280"/>
          </a:xfrm>
          <a:prstGeom prst="rect">
            <a:avLst/>
          </a:prstGeom>
          <a:gradFill rotWithShape="0">
            <a:gsLst>
              <a:gs pos="0">
                <a:srgbClr val="729fcf"/>
              </a:gs>
              <a:gs pos="100000">
                <a:srgbClr val="204a87"/>
              </a:gs>
            </a:gsLst>
            <a:lin ang="36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-2520" y="5862240"/>
            <a:ext cx="10081080" cy="151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504000" y="615348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body"/>
          </p:nvPr>
        </p:nvSpPr>
        <p:spPr>
          <a:xfrm>
            <a:off x="410040" y="132336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2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CB6ED43-FCFA-4833-82F9-2C701013FC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0081080" cy="1008000"/>
          </a:xfrm>
          <a:prstGeom prst="rect">
            <a:avLst/>
          </a:prstGeom>
          <a:gradFill rotWithShape="0">
            <a:gsLst>
              <a:gs pos="0">
                <a:srgbClr val="729fcf"/>
              </a:gs>
              <a:gs pos="100000">
                <a:srgbClr val="204a87"/>
              </a:gs>
            </a:gsLst>
            <a:lin ang="36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-1080" y="6787440"/>
            <a:ext cx="10081080" cy="772560"/>
          </a:xfrm>
          <a:prstGeom prst="rect">
            <a:avLst/>
          </a:prstGeom>
          <a:gradFill rotWithShape="0">
            <a:gsLst>
              <a:gs pos="0">
                <a:srgbClr val="729fcf"/>
              </a:gs>
              <a:gs pos="100000">
                <a:srgbClr val="204a87"/>
              </a:gs>
            </a:gsLst>
            <a:lin ang="36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199080" y="354240"/>
            <a:ext cx="9071640" cy="54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6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615348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99080" y="354240"/>
            <a:ext cx="9071640" cy="54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6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410040" y="132336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2026-10-19T16:21:53Z</dcterms:created>
  <dc:creator/>
  <dc:description/>
  <dc:language>en-US</dc:language>
  <cp:lastModifiedBy/>
  <cp:revision>1</cp:revision>
  <dc:subject/>
  <dc:title/>
</cp:coreProperties>
</file>