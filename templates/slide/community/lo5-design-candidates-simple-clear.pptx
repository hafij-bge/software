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  <p:sldMasterId id="2147483654" r:id="rId4"/>
  </p:sldMasterIdLst>
  <p:sldIdLst>
    <p:sldId id="256" r:id="rId5"/>
    <p:sldId id="257" r:id="rId6"/>
    <p:sldId id="258" r:id="rId7"/>
  </p:sldIdLst>
  <p:sldSz cx="10080625" cy="7559675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D11ADB-8A77-4B1E-A6D4-742D434457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impleCle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0352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buNone/>
            </a:pPr>
            <a:endParaRPr b="1" lang="es-AR" sz="4800" spc="-1" strike="noStrike">
              <a:solidFill>
                <a:srgbClr val="0b4587"/>
              </a:solidFill>
              <a:latin typeface="Source Sans Pro Black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0E9215-3B32-45D4-B601-931A638D1B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Cle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470095-DF34-42B5-ABF2-283203E4AB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impleClea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0352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220732-2983-4CE8-A662-825637EC02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SimpleClea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3C3A559-AD17-4C4D-BB55-6247C02FD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686880"/>
            <a:ext cx="9071640" cy="340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0b4587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4316040"/>
            <a:ext cx="9071640" cy="183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780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000000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077D600E-7A1E-4AE4-B83D-A0163EA8F28F}" type="slidenum"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167860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0" lang="es-AR" sz="7200" spc="-1" strike="noStrike">
                <a:solidFill>
                  <a:srgbClr val="0b4587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000000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F92472F5-A0CF-4A99-9951-248CBBCBBC1A}" type="slidenum"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2"/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cfcfc"/>
            </a:gs>
            <a:gs pos="100000">
              <a:srgbClr val="fcfcfc"/>
            </a:gs>
          </a:gsLst>
          <a:path path="circle">
            <a:fillToRect l="50000" t="40000" r="50000" b="6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03528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3333"/>
          </a:bodyPr>
          <a:p>
            <a:pPr indent="0">
              <a:buNone/>
            </a:pPr>
            <a:r>
              <a:rPr b="0" lang="es-AR" sz="7200" spc="-1" strike="noStrike">
                <a:solidFill>
                  <a:srgbClr val="0b4587"/>
                </a:solidFill>
                <a:latin typeface="Source Sans Pro Light"/>
              </a:rPr>
              <a:t>Click to edit the title text format</a:t>
            </a: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3200" spc="-1" strike="noStrike">
                <a:solidFill>
                  <a:srgbClr val="000000"/>
                </a:solidFill>
                <a:latin typeface="Source Sans Pro"/>
              </a:rPr>
              <a:t>Click to edit the outline text format</a:t>
            </a: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800" spc="-1" strike="noStrike">
                <a:solidFill>
                  <a:srgbClr val="000000"/>
                </a:solidFill>
                <a:latin typeface="Source Sans Pro"/>
              </a:rPr>
              <a:t>Second Outline Level</a:t>
            </a:r>
            <a:endParaRPr b="0" lang="es-AR" sz="2800" spc="-1" strike="noStrike">
              <a:solidFill>
                <a:srgbClr val="000000"/>
              </a:solidFill>
              <a:latin typeface="Source Sans Pro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400" spc="-1" strike="noStrike">
                <a:solidFill>
                  <a:srgbClr val="000000"/>
                </a:solidFill>
                <a:latin typeface="Source Sans Pro"/>
              </a:rPr>
              <a:t>Third Outline Level</a:t>
            </a:r>
            <a:endParaRPr b="0" lang="es-AR" sz="2400" spc="-1" strike="noStrike">
              <a:solidFill>
                <a:srgbClr val="000000"/>
              </a:solidFill>
              <a:latin typeface="Source Sans Pro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Fourth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Fifth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Sixth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2000" spc="-1" strike="noStrike">
                <a:solidFill>
                  <a:srgbClr val="000000"/>
                </a:solidFill>
                <a:latin typeface="Source Sans Pro"/>
              </a:rPr>
              <a:t>Seventh Outline Level</a:t>
            </a:r>
            <a:endParaRPr b="0" lang="es-AR" sz="20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&lt;date/time&gt;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&lt;footer&gt;</a:t>
            </a:r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pc="-1" strike="noStrike">
                <a:solidFill>
                  <a:srgbClr val="000000"/>
                </a:solidFill>
                <a:latin typeface="Source Sans Pro"/>
              </a:defRPr>
            </a:lvl1pPr>
          </a:lstStyle>
          <a:p>
            <a:pPr indent="0" algn="r">
              <a:buNone/>
            </a:pPr>
            <a:fld id="{AA8B4C68-0FDD-49A7-A2B3-07DAD625988A}" type="slidenum">
              <a:rPr b="0" lang="es-AR" sz="1400" spc="-1" strike="noStrike">
                <a:solidFill>
                  <a:srgbClr val="000000"/>
                </a:solidFill>
                <a:latin typeface="Source Sans Pro"/>
              </a:rPr>
              <a:t>&lt;number&gt;</a:t>
            </a:fld>
            <a:endParaRPr b="0" lang="es-AR" sz="14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983880" y="301320"/>
            <a:ext cx="8591760" cy="379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1008360" y="4606560"/>
            <a:ext cx="8579160" cy="210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1" lang="es-AR" sz="3200" spc="-1" strike="noStrike">
              <a:solidFill>
                <a:srgbClr val="303030"/>
              </a:solidFill>
              <a:latin typeface="Source Sans Pro Semibold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491040"/>
            <a:ext cx="9078840" cy="1562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buNone/>
            </a:pPr>
            <a:endParaRPr b="0" lang="es-AR" sz="7200" spc="-1" strike="noStrike">
              <a:solidFill>
                <a:srgbClr val="0b4587"/>
              </a:solidFill>
              <a:latin typeface="Source Sans Pro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2321640"/>
            <a:ext cx="9071640" cy="413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3200" spc="-1" strike="noStrike">
              <a:solidFill>
                <a:srgbClr val="000000"/>
              </a:solidFill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ubTitle"/>
          </p:nvPr>
        </p:nvSpPr>
        <p:spPr>
          <a:xfrm>
            <a:off x="504000" y="491040"/>
            <a:ext cx="9035280" cy="6652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endParaRPr b="1" lang="es-AR" sz="4800" spc="-1" strike="noStrike">
              <a:solidFill>
                <a:srgbClr val="0b4587"/>
              </a:solidFill>
              <a:latin typeface="Source Sans Pro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2026-10-19T16:22:03Z</dcterms:created>
  <dc:creator/>
  <dc:description/>
  <dc:language>en-US</dc:language>
  <cp:lastModifiedBy/>
  <cp:revision>1</cp:revision>
  <dc:subject/>
  <dc:title/>
</cp:coreProperties>
</file>