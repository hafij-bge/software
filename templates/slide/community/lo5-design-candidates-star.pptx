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E0E38C-CEFA-4418-AACA-BE36A3509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69034-3579-462C-A790-8CFF149B0A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9151C5-2821-45B2-91D1-21BD716559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533320"/>
            <a:ext cx="9071640" cy="16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4536000"/>
            <a:ext cx="9071640" cy="161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95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770CAA-718C-47C2-A54F-EB63E61DEE9C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CE0EE27-2DB2-4246-8F7C-A500E1C66470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533320"/>
            <a:ext cx="9071640" cy="16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4536000"/>
            <a:ext cx="9071640" cy="161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2026-10-19T16:22:04Z</dcterms:created>
  <dc:creator/>
  <dc:description/>
  <dc:language>en-US</dc:language>
  <cp:lastModifiedBy/>
  <cp:revision>1</cp:revision>
  <dc:subject/>
  <dc:title/>
</cp:coreProperties>
</file>