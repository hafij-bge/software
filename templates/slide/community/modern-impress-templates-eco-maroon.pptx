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626ED-810A-4045-86EE-847DAAC5E1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86122" sy="103346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C40EFB1-A244-4251-A949-6CACF0F5450C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2026-10-19T16:22:14Z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eCO-maroon</dc:title>
</cp:coreProperties>
</file>