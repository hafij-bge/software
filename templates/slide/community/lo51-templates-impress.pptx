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p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de-DE" sz="4400" spc="-1" strike="noStrike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720000" y="2160000"/>
            <a:ext cx="864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7"/>
              </a:spcAft>
              <a:buNone/>
            </a:pPr>
            <a:endParaRPr b="0" lang="de-DE" sz="2800" spc="-1" strike="noStrike">
              <a:solidFill>
                <a:srgbClr val="333333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1697A4-98C7-4CCC-B1F3-D5D4416B77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pres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de-DE" sz="4400" spc="-1" strike="noStrike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720000" y="2160000"/>
            <a:ext cx="864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7"/>
              </a:spcAft>
              <a:buNone/>
            </a:pPr>
            <a:endParaRPr b="0" lang="de-DE" sz="2800" spc="-1" strike="noStrike">
              <a:solidFill>
                <a:srgbClr val="333333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9DB36B-487A-4492-8E76-55F80F486A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92000" y="4104000"/>
            <a:ext cx="8568000" cy="14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1" lang="de-DE" sz="4800" spc="-1" strike="noStrike">
                <a:solidFill>
                  <a:srgbClr val="333333"/>
                </a:solidFill>
                <a:latin typeface="Open Sans"/>
              </a:rPr>
              <a:t>Click to edit the title text format</a:t>
            </a:r>
            <a:endParaRPr b="1" lang="de-DE" sz="4800" spc="-1" strike="noStrike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92000" y="5904000"/>
            <a:ext cx="8568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879"/>
              </a:spcAft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333333"/>
                </a:solidFill>
                <a:latin typeface="Open Sans"/>
              </a:rPr>
              <a:t>Click to edit the outline text format</a:t>
            </a:r>
            <a:endParaRPr b="0" lang="de-DE" sz="2400" spc="-1" strike="noStrike">
              <a:solidFill>
                <a:srgbClr val="333333"/>
              </a:solidFill>
              <a:latin typeface="Open Sans"/>
            </a:endParaRPr>
          </a:p>
          <a:p>
            <a:pPr lvl="1" marL="864000" indent="-324000">
              <a:spcAft>
                <a:spcPts val="1497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de-DE" sz="2400" spc="-1" strike="noStrike">
                <a:solidFill>
                  <a:srgbClr val="333333"/>
                </a:solidFill>
                <a:latin typeface="Open Sans"/>
              </a:rPr>
              <a:t>Second Outline Level</a:t>
            </a:r>
            <a:endParaRPr b="0" lang="de-DE" sz="2400" spc="-1" strike="noStrike">
              <a:solidFill>
                <a:srgbClr val="333333"/>
              </a:solidFill>
              <a:latin typeface="Open Sans"/>
            </a:endParaRPr>
          </a:p>
          <a:p>
            <a:pPr lvl="2" marL="1296000" indent="-288000">
              <a:spcAft>
                <a:spcPts val="112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333333"/>
                </a:solidFill>
                <a:latin typeface="Open Sans"/>
              </a:rPr>
              <a:t>Third Outline Level</a:t>
            </a:r>
            <a:endParaRPr b="0" lang="de-DE" sz="2400" spc="-1" strike="noStrike">
              <a:solidFill>
                <a:srgbClr val="333333"/>
              </a:solidFill>
              <a:latin typeface="Open Sans"/>
            </a:endParaRPr>
          </a:p>
          <a:p>
            <a:pPr lvl="3" marL="1728000" indent="-216000">
              <a:spcAft>
                <a:spcPts val="74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de-DE" sz="2400" spc="-1" strike="noStrike">
                <a:solidFill>
                  <a:srgbClr val="333333"/>
                </a:solidFill>
                <a:latin typeface="Open Sans"/>
              </a:rPr>
              <a:t>Fourth Outline Level</a:t>
            </a:r>
            <a:endParaRPr b="0" lang="de-DE" sz="2400" spc="-1" strike="noStrike">
              <a:solidFill>
                <a:srgbClr val="333333"/>
              </a:solidFill>
              <a:latin typeface="Open Sans"/>
            </a:endParaRPr>
          </a:p>
          <a:p>
            <a:pPr lvl="4" marL="2160000" indent="-216000">
              <a:spcAft>
                <a:spcPts val="36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333333"/>
                </a:solidFill>
                <a:latin typeface="Open Sans"/>
              </a:rPr>
              <a:t>Fifth Outline Level</a:t>
            </a:r>
            <a:endParaRPr b="0" lang="de-DE" sz="2400" spc="-1" strike="noStrike">
              <a:solidFill>
                <a:srgbClr val="333333"/>
              </a:solidFill>
              <a:latin typeface="Open Sans"/>
            </a:endParaRPr>
          </a:p>
          <a:p>
            <a:pPr lvl="5" marL="2592000" indent="-216000">
              <a:spcAft>
                <a:spcPts val="36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333333"/>
                </a:solidFill>
                <a:latin typeface="Open Sans"/>
              </a:rPr>
              <a:t>Sixth Outline Level</a:t>
            </a:r>
            <a:endParaRPr b="0" lang="de-DE" sz="2400" spc="-1" strike="noStrike">
              <a:solidFill>
                <a:srgbClr val="333333"/>
              </a:solidFill>
              <a:latin typeface="Open Sans"/>
            </a:endParaRPr>
          </a:p>
          <a:p>
            <a:pPr lvl="6" marL="3024000" indent="-216000">
              <a:spcAft>
                <a:spcPts val="366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de-DE" sz="2400" spc="-1" strike="noStrike">
                <a:solidFill>
                  <a:srgbClr val="333333"/>
                </a:solidFill>
                <a:latin typeface="Open Sans"/>
              </a:rPr>
              <a:t>Seventh Outline Level</a:t>
            </a:r>
            <a:endParaRPr b="0" lang="de-DE" sz="2400" spc="-1" strike="noStrike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644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Open Sans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644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Open Sans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644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r">
              <a:buNone/>
            </a:pPr>
            <a:fld id="{78EFF9F9-81E7-40BA-86EC-844E25BE2A55}" type="slidenum">
              <a:rPr b="0" lang="de-DE" sz="1400" spc="-1" strike="noStrike">
                <a:solidFill>
                  <a:srgbClr val="000000"/>
                </a:solidFill>
                <a:latin typeface="Open Sans"/>
              </a:rPr>
              <a:t>&lt;number&gt;</a:t>
            </a:fld>
            <a:r>
              <a:rPr b="0" lang="de-DE" sz="1400" spc="-1" strike="noStrike">
                <a:solidFill>
                  <a:srgbClr val="000000"/>
                </a:solidFill>
                <a:latin typeface="Open Sans"/>
              </a:rPr>
              <a:t> / </a:t>
            </a:r>
            <a:fld id="{3DBDB9C1-C647-4364-9C17-82B7019EC815}" type="slidecount">
              <a:rPr b="0" lang="de-DE" sz="1400" spc="-1" strike="noStrike">
                <a:solidFill>
                  <a:srgbClr val="000000"/>
                </a:solidFill>
                <a:latin typeface="Open Sans"/>
              </a:rPr>
              <a:t>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4320000"/>
            <a:ext cx="504000" cy="1080000"/>
          </a:xfrm>
          <a:prstGeom prst="rect">
            <a:avLst/>
          </a:prstGeom>
          <a:solidFill>
            <a:srgbClr val="ef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de-DE" sz="2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de-DE" sz="4400" spc="-1" strike="noStrike">
                <a:solidFill>
                  <a:srgbClr val="333333"/>
                </a:solidFill>
                <a:latin typeface="Open Sans"/>
              </a:rPr>
              <a:t>Click to edit the title text format</a:t>
            </a:r>
            <a:endParaRPr b="1" lang="de-DE" sz="4400" spc="-1" strike="noStrike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20000" y="2160000"/>
            <a:ext cx="864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7"/>
              </a:spcAft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333333"/>
                </a:solidFill>
                <a:latin typeface="Arial"/>
              </a:rPr>
              <a:t>Click to edit the outline text format</a:t>
            </a:r>
            <a:endParaRPr b="0" lang="de-DE" sz="2800" spc="-1" strike="noStrike">
              <a:solidFill>
                <a:srgbClr val="333333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333333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333333"/>
                </a:solidFill>
                <a:latin typeface="Arial"/>
              </a:rPr>
              <a:t>Second Outline Level</a:t>
            </a:r>
            <a:endParaRPr b="0" lang="de-DE" sz="2800" spc="-1" strike="noStrike">
              <a:solidFill>
                <a:srgbClr val="333333"/>
              </a:solidFill>
              <a:latin typeface="Arial"/>
            </a:endParaRPr>
          </a:p>
          <a:p>
            <a:pPr lvl="2" marL="1296000" indent="-288000">
              <a:spcAft>
                <a:spcPts val="845"/>
              </a:spcAft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333333"/>
                </a:solidFill>
                <a:latin typeface="Arial"/>
              </a:rPr>
              <a:t>Third Outline Level</a:t>
            </a:r>
            <a:endParaRPr b="0" lang="de-DE" sz="2800" spc="-1" strike="noStrike">
              <a:solidFill>
                <a:srgbClr val="333333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333333"/>
              </a:buClr>
              <a:buSzPct val="75000"/>
              <a:buFont typeface="Symbol" charset="2"/>
              <a:buChar char=""/>
            </a:pPr>
            <a:r>
              <a:rPr b="0" lang="de-DE" sz="2800" spc="-1" strike="noStrike">
                <a:solidFill>
                  <a:srgbClr val="333333"/>
                </a:solidFill>
                <a:latin typeface="Arial"/>
              </a:rPr>
              <a:t>Fourth Outline Level</a:t>
            </a:r>
            <a:endParaRPr b="0" lang="de-DE" sz="2800" spc="-1" strike="noStrike">
              <a:solidFill>
                <a:srgbClr val="333333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333333"/>
                </a:solidFill>
                <a:latin typeface="Arial"/>
              </a:rPr>
              <a:t>Fifth Outline Level</a:t>
            </a:r>
            <a:endParaRPr b="0" lang="de-DE" sz="2800" spc="-1" strike="noStrike">
              <a:solidFill>
                <a:srgbClr val="333333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333333"/>
                </a:solidFill>
                <a:latin typeface="Arial"/>
              </a:rPr>
              <a:t>Sixth Outline Level</a:t>
            </a:r>
            <a:endParaRPr b="0" lang="de-DE" sz="2800" spc="-1" strike="noStrike">
              <a:solidFill>
                <a:srgbClr val="333333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333333"/>
                </a:solidFill>
                <a:latin typeface="Arial"/>
              </a:rPr>
              <a:t>Seventh Outline Level</a:t>
            </a:r>
            <a:endParaRPr b="0" lang="de-DE" sz="2800" spc="-1" strike="noStrike">
              <a:solidFill>
                <a:srgbClr val="333333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504000" y="68868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Open Sans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447360" y="688680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Open Sans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7227360" y="68868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r">
              <a:buNone/>
            </a:pPr>
            <a:fld id="{9F26E775-B2C4-4D58-8A25-8FD76E7022D4}" type="slidenum">
              <a:rPr b="0" lang="de-DE" sz="1400" spc="-1" strike="noStrike">
                <a:solidFill>
                  <a:srgbClr val="000000"/>
                </a:solidFill>
                <a:latin typeface="Open Sans"/>
              </a:rPr>
              <a:t>&lt;number&gt;</a:t>
            </a:fld>
            <a:r>
              <a:rPr b="0" lang="de-DE" sz="1400" spc="-1" strike="noStrike">
                <a:solidFill>
                  <a:srgbClr val="000000"/>
                </a:solidFill>
                <a:latin typeface="Open Sans"/>
              </a:rPr>
              <a:t> / </a:t>
            </a:r>
            <a:fld id="{9B7B686F-A696-4C77-B518-2F168037434C}" type="slidecount">
              <a:rPr b="0" lang="de-DE" sz="1400" spc="-1" strike="noStrike">
                <a:solidFill>
                  <a:srgbClr val="000000"/>
                </a:solidFill>
                <a:latin typeface="Open Sans"/>
              </a:rPr>
              <a:t>2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288000"/>
            <a:ext cx="504000" cy="1080000"/>
          </a:xfrm>
          <a:prstGeom prst="rect">
            <a:avLst/>
          </a:prstGeom>
          <a:solidFill>
            <a:srgbClr val="ef29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0" lang="de-DE" sz="2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de-DE" sz="4400" spc="-1" strike="noStrike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720000" y="2160000"/>
            <a:ext cx="864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7"/>
              </a:spcAft>
              <a:buNone/>
            </a:pPr>
            <a:endParaRPr b="0" lang="de-DE" sz="2800" spc="-1" strike="noStrike">
              <a:solidFill>
                <a:srgbClr val="333333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020693-961E-4E26-8324-E2DA7AA75092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300960"/>
            <a:ext cx="8855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de-DE" sz="4400" spc="-1" strike="noStrike">
              <a:solidFill>
                <a:srgbClr val="333333"/>
              </a:solidFill>
              <a:latin typeface="Open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720000" y="2160000"/>
            <a:ext cx="864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7"/>
              </a:spcAft>
              <a:buNone/>
            </a:pPr>
            <a:endParaRPr b="0" lang="de-DE" sz="2800" spc="-1" strike="noStrike">
              <a:solidFill>
                <a:srgbClr val="333333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E9C0EF-8985-4A4B-8117-094409B3070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2026-10-19T16:22:08Z</dcterms:created>
  <dc:creator/>
  <dc:description/>
  <dc:language>en-US</dc:language>
  <cp:lastModifiedBy/>
  <cp:revision>1</cp:revision>
  <dc:subject/>
  <dc:title/>
</cp:coreProperties>
</file>