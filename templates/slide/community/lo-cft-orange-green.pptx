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loured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92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ffffff"/>
              </a:solidFill>
              <a:latin typeface="Ubuntu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512000"/>
            <a:ext cx="88700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Ubuntu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A3817E-AA7C-430E-900E-293CCA9FF9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oloured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CCFF70-E72F-4D37-9864-5A1A3C0296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fini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92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ffffff"/>
              </a:solidFill>
              <a:latin typeface="Ubuntu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504000" y="1512000"/>
            <a:ext cx="88700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Ubuntu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DF711B-5AEC-447E-A8C9-E275939759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95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3168000" y="0"/>
            <a:ext cx="6912000" cy="7560000"/>
          </a:xfrm>
          <a:prstGeom prst="rect">
            <a:avLst/>
          </a:prstGeom>
          <a:solidFill>
            <a:srgbClr val="aec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GB" sz="2400" spc="-1" strike="noStrike">
              <a:solidFill>
                <a:srgbClr val="ffffff"/>
              </a:solidFill>
              <a:latin typeface="Ubuntu Light"/>
            </a:endParaRPr>
          </a:p>
        </p:txBody>
      </p:sp>
      <p:sp>
        <p:nvSpPr>
          <p:cNvPr id="1" name=""/>
          <p:cNvSpPr/>
          <p:nvPr/>
        </p:nvSpPr>
        <p:spPr>
          <a:xfrm>
            <a:off x="3168000" y="0"/>
            <a:ext cx="6912000" cy="7560000"/>
          </a:xfrm>
          <a:prstGeom prst="rect">
            <a:avLst/>
          </a:prstGeom>
          <a:gradFill rotWithShape="0">
            <a:gsLst>
              <a:gs pos="0">
                <a:srgbClr val="579d1c">
                  <a:alpha val="0"/>
                </a:srgbClr>
              </a:gs>
              <a:gs pos="100000">
                <a:srgbClr val="579d1c">
                  <a:alpha val="2000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GB" sz="2400" spc="-1" strike="noStrike">
              <a:solidFill>
                <a:srgbClr val="ffffff"/>
              </a:solidFill>
              <a:latin typeface="Ubuntu Light"/>
            </a:endParaRPr>
          </a:p>
        </p:txBody>
      </p:sp>
      <p:sp>
        <p:nvSpPr>
          <p:cNvPr id="2" name=""/>
          <p:cNvSpPr/>
          <p:nvPr/>
        </p:nvSpPr>
        <p:spPr>
          <a:xfrm>
            <a:off x="3096000" y="0"/>
            <a:ext cx="72000" cy="75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GB" sz="2400" spc="-1" strike="noStrike">
              <a:solidFill>
                <a:srgbClr val="ffffff"/>
              </a:solidFill>
              <a:latin typeface="Ubuntu Light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528000" y="1872000"/>
            <a:ext cx="6624000" cy="14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ffffff"/>
                </a:solidFill>
                <a:latin typeface="Ubuntu"/>
              </a:rPr>
              <a:t>Click to edit the title text format</a:t>
            </a:r>
            <a:endParaRPr b="0" lang="en-GB" sz="4400" spc="-1" strike="noStrike">
              <a:solidFill>
                <a:srgbClr val="ffffff"/>
              </a:solidFill>
              <a:latin typeface="Ubuntu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04000" y="3384000"/>
            <a:ext cx="2592000" cy="613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621" lnSpcReduction="10000"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Ubuntu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Ubuntu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Ubuntu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Ubuntu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Ubuntu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Ubuntu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Ubuntu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Ubuntu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Ubuntu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Ubuntu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Ubuntu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Ubuntu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Ubuntu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Ubuntu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4824000" y="4464000"/>
            <a:ext cx="5040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2400" spc="-1" strike="noStrike">
                <a:solidFill>
                  <a:srgbClr val="ffffff"/>
                </a:solidFill>
                <a:latin typeface="Ubuntu Light"/>
              </a:defRPr>
            </a:lvl1pPr>
          </a:lstStyle>
          <a:p>
            <a:pPr indent="0">
              <a:buNone/>
            </a:pPr>
            <a:r>
              <a:rPr b="0" lang="en-GB" sz="2400" spc="-1" strike="noStrike">
                <a:solidFill>
                  <a:srgbClr val="ffffff"/>
                </a:solidFill>
                <a:latin typeface="Ubuntu Light"/>
              </a:rPr>
              <a:t>Neverland, </a:t>
            </a:r>
            <a:fld id="{B6D161F3-CA2C-46F0-BD19-A9B1F012D631}" type="datetime">
              <a:rPr b="0" lang="en-GB" sz="2400" spc="-1" strike="noStrike">
                <a:solidFill>
                  <a:srgbClr val="ffffff"/>
                </a:solidFill>
                <a:latin typeface="Ubuntu Light"/>
              </a:rPr>
              <a:t>19/10/26</a:t>
            </a:fld>
            <a:endParaRPr b="0" lang="en-GB" sz="2400" spc="-1" strike="noStrike">
              <a:solidFill>
                <a:srgbClr val="ffffff"/>
              </a:solidFill>
              <a:latin typeface="Ubuntu Light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645000" y="689472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ffffff"/>
                </a:solidFill>
                <a:latin typeface="Ubuntu Light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ffffff"/>
                </a:solidFill>
                <a:latin typeface="Ubuntu Light"/>
              </a:rPr>
              <a:t>&lt;footer&gt;</a:t>
            </a:r>
            <a:endParaRPr b="0" lang="en-GB" sz="1400" spc="-1" strike="noStrike">
              <a:solidFill>
                <a:srgbClr val="ffffff"/>
              </a:solidFill>
              <a:latin typeface="Ubuntu Light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ffffff"/>
                </a:solidFill>
                <a:latin typeface="Ubuntu Light"/>
              </a:defRPr>
            </a:lvl1pPr>
          </a:lstStyle>
          <a:p>
            <a:pPr indent="0" algn="r">
              <a:buNone/>
            </a:pPr>
            <a:fld id="{570637BB-8E24-40D8-B444-6A1368668511}" type="slidenum">
              <a:rPr b="0" lang="en-GB" sz="1400" spc="-1" strike="noStrike">
                <a:solidFill>
                  <a:srgbClr val="ffffff"/>
                </a:solidFill>
                <a:latin typeface="Ubuntu Light"/>
              </a:rPr>
              <a:t>&lt;number&gt;</a:t>
            </a:fld>
            <a:endParaRPr b="0" lang="en-GB" sz="1400" spc="-1" strike="noStrike">
              <a:solidFill>
                <a:srgbClr val="ffffff"/>
              </a:solidFill>
              <a:latin typeface="Ubuntu Light"/>
            </a:endParaRPr>
          </a:p>
        </p:txBody>
      </p:sp>
      <p:sp>
        <p:nvSpPr>
          <p:cNvPr id="8" name=""/>
          <p:cNvSpPr/>
          <p:nvPr/>
        </p:nvSpPr>
        <p:spPr>
          <a:xfrm rot="19921800">
            <a:off x="8809560" y="5446080"/>
            <a:ext cx="1080000" cy="1080000"/>
          </a:xfrm>
          <a:prstGeom prst="rect">
            <a:avLst/>
          </a:prstGeom>
          <a:noFill/>
          <a:ln w="36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8000" rIns="108000" tIns="63000" bIns="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 rot="18485400">
            <a:off x="7898040" y="5900040"/>
            <a:ext cx="961560" cy="961560"/>
          </a:xfrm>
          <a:prstGeom prst="rect">
            <a:avLst/>
          </a:prstGeom>
          <a:noFill/>
          <a:ln w="36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8000" rIns="108000" tIns="63000" bIns="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95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"/>
          <p:cNvGrpSpPr/>
          <p:nvPr/>
        </p:nvGrpSpPr>
        <p:grpSpPr>
          <a:xfrm>
            <a:off x="3096000" y="0"/>
            <a:ext cx="6984000" cy="7560000"/>
            <a:chOff x="3096000" y="0"/>
            <a:chExt cx="6984000" cy="7560000"/>
          </a:xfrm>
        </p:grpSpPr>
        <p:sp>
          <p:nvSpPr>
            <p:cNvPr id="13" name=""/>
            <p:cNvSpPr/>
            <p:nvPr/>
          </p:nvSpPr>
          <p:spPr>
            <a:xfrm>
              <a:off x="3168000" y="0"/>
              <a:ext cx="6912000" cy="7560000"/>
            </a:xfrm>
            <a:prstGeom prst="rect">
              <a:avLst/>
            </a:prstGeom>
            <a:solidFill>
              <a:srgbClr val="aecf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endParaRPr b="0" lang="en-GB" sz="2400" spc="-1" strike="noStrike">
                <a:solidFill>
                  <a:srgbClr val="000000"/>
                </a:solidFill>
                <a:latin typeface="Ubuntu Light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3096000" y="0"/>
              <a:ext cx="72000" cy="75600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Autofit/>
            </a:bodyPr>
            <a:p>
              <a:endParaRPr b="0" lang="en-GB" sz="2400" spc="-1" strike="noStrike">
                <a:solidFill>
                  <a:srgbClr val="000000"/>
                </a:solidFill>
                <a:latin typeface="Ubuntu Light"/>
              </a:endParaRPr>
            </a:p>
          </p:txBody>
        </p:sp>
      </p:grpSp>
      <p:sp>
        <p:nvSpPr>
          <p:cNvPr id="15" name=""/>
          <p:cNvSpPr/>
          <p:nvPr/>
        </p:nvSpPr>
        <p:spPr>
          <a:xfrm>
            <a:off x="288000" y="1080000"/>
            <a:ext cx="9360000" cy="6328440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GB" sz="2400" spc="-1" strike="noStrike">
              <a:solidFill>
                <a:srgbClr val="000000"/>
              </a:solidFill>
              <a:latin typeface="Ubuntu Light"/>
            </a:endParaRPr>
          </a:p>
        </p:txBody>
      </p:sp>
      <p:sp>
        <p:nvSpPr>
          <p:cNvPr id="16" name=""/>
          <p:cNvSpPr/>
          <p:nvPr/>
        </p:nvSpPr>
        <p:spPr>
          <a:xfrm>
            <a:off x="216000" y="216000"/>
            <a:ext cx="9576000" cy="1080000"/>
          </a:xfrm>
          <a:prstGeom prst="rect">
            <a:avLst/>
          </a:prstGeom>
          <a:solidFill>
            <a:srgbClr val="00b8ff"/>
          </a:solidFill>
          <a:ln w="72000">
            <a:solidFill>
              <a:srgbClr val="ffffff"/>
            </a:solidFill>
            <a:round/>
          </a:ln>
          <a:effectLst>
            <a:outerShdw dist="50911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en-GB" sz="2400" spc="-1" strike="noStrike">
              <a:solidFill>
                <a:srgbClr val="ffffff"/>
              </a:solidFill>
              <a:latin typeface="Ubuntu Light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92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ffffff"/>
                </a:solidFill>
                <a:latin typeface="Ubuntu"/>
              </a:rPr>
              <a:t>Click to edit the title text format</a:t>
            </a:r>
            <a:endParaRPr b="0" lang="en-GB" sz="4400" spc="-1" strike="noStrike">
              <a:solidFill>
                <a:srgbClr val="ffffff"/>
              </a:solidFill>
              <a:latin typeface="Ubuntu"/>
            </a:endParaRPr>
          </a:p>
        </p:txBody>
      </p:sp>
      <p:sp>
        <p:nvSpPr>
          <p:cNvPr id="18" name=""/>
          <p:cNvSpPr/>
          <p:nvPr/>
        </p:nvSpPr>
        <p:spPr>
          <a:xfrm rot="18632400">
            <a:off x="9146520" y="585720"/>
            <a:ext cx="1067400" cy="1067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50911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GB" sz="2400" spc="-1" strike="noStrike">
              <a:solidFill>
                <a:srgbClr val="000000"/>
              </a:solidFill>
              <a:latin typeface="Ubuntu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512000"/>
            <a:ext cx="88700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SzPct val="100000"/>
              <a:buBlip>
                <a:blip r:embed="rId2"/>
              </a:buBlip>
            </a:pPr>
            <a:r>
              <a:rPr b="0" lang="en-GB" sz="3200" spc="-1" strike="noStrike">
                <a:solidFill>
                  <a:srgbClr val="000000"/>
                </a:solidFill>
                <a:latin typeface="Ubuntu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Ubuntu"/>
            </a:endParaRPr>
          </a:p>
          <a:p>
            <a:pPr lvl="1" marL="864000" indent="-324000">
              <a:spcAft>
                <a:spcPts val="1134"/>
              </a:spcAft>
              <a:buSzPct val="100000"/>
              <a:buBlip>
                <a:blip r:embed="rId3"/>
              </a:buBlip>
            </a:pPr>
            <a:r>
              <a:rPr b="0" lang="en-GB" sz="2800" spc="-1" strike="noStrike">
                <a:solidFill>
                  <a:srgbClr val="000000"/>
                </a:solidFill>
                <a:latin typeface="Ubuntu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Ubuntu"/>
            </a:endParaRPr>
          </a:p>
          <a:p>
            <a:pPr lvl="2" marL="1296000" indent="-288000">
              <a:spcAft>
                <a:spcPts val="850"/>
              </a:spcAft>
              <a:buSzPct val="100000"/>
              <a:buBlip>
                <a:blip r:embed="rId4"/>
              </a:buBlip>
            </a:pPr>
            <a:r>
              <a:rPr b="0" lang="en-GB" sz="2400" spc="-1" strike="noStrike">
                <a:solidFill>
                  <a:srgbClr val="000000"/>
                </a:solidFill>
                <a:latin typeface="Ubuntu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Ubuntu"/>
            </a:endParaRPr>
          </a:p>
          <a:p>
            <a:pPr lvl="3" marL="1728000" indent="-216000">
              <a:spcAft>
                <a:spcPts val="567"/>
              </a:spcAft>
              <a:buSzPct val="100000"/>
              <a:buBlip>
                <a:blip r:embed="rId5"/>
              </a:buBlip>
            </a:pPr>
            <a:r>
              <a:rPr b="0" lang="en-GB" sz="2000" spc="-1" strike="noStrike">
                <a:solidFill>
                  <a:srgbClr val="000000"/>
                </a:solidFill>
                <a:latin typeface="Ubuntu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Ubuntu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Ubuntu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Ubuntu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Ubuntu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Ubuntu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Ubuntu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Ubuntu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Ubuntu Light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Ubuntu Light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Ubuntu 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Ubuntu Light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Ubuntu Light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Ubuntu Light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20464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Ubuntu Light"/>
              </a:defRPr>
            </a:lvl1pPr>
          </a:lstStyle>
          <a:p>
            <a:pPr indent="0" algn="r">
              <a:buNone/>
            </a:pPr>
            <a:fld id="{541C4C91-1E3F-4132-8A73-C383611F3008}" type="slidenum">
              <a:rPr b="0" lang="en-GB" sz="1400" spc="-1" strike="noStrike">
                <a:solidFill>
                  <a:srgbClr val="000000"/>
                </a:solidFill>
                <a:latin typeface="Ubuntu Light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Ubuntu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528360" y="2232000"/>
            <a:ext cx="6263640" cy="14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ffffff"/>
                </a:solidFill>
                <a:latin typeface="Ubuntu"/>
              </a:rPr>
              <a:t>Title of my presentation</a:t>
            </a:r>
            <a:endParaRPr b="0" lang="en-GB" sz="4400" spc="-1" strike="noStrike">
              <a:solidFill>
                <a:srgbClr val="ffffff"/>
              </a:solidFill>
              <a:latin typeface="Ubuntu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432000" y="3456000"/>
            <a:ext cx="237600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0" lang="en-GB" sz="3200" spc="-1" strike="noStrike">
                <a:solidFill>
                  <a:srgbClr val="ffffff"/>
                </a:solidFill>
                <a:latin typeface="Ubuntu Light"/>
              </a:rPr>
              <a:t>Joe Bloggs</a:t>
            </a:r>
            <a:endParaRPr b="0" lang="en-GB" sz="3200" spc="-1" strike="noStrike">
              <a:solidFill>
                <a:srgbClr val="ffffff"/>
              </a:solidFill>
              <a:latin typeface="Ubuntu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F43A996B-335B-48F6-9AB4-26E47B692861}" type="datetime1">
              <a:rPr lang="en-US"/>
              <a:t>10/19/26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92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ffffff"/>
                </a:solidFill>
                <a:latin typeface="Ubuntu"/>
              </a:rPr>
              <a:t>Title</a:t>
            </a:r>
            <a:endParaRPr b="0" lang="en-GB" sz="4400" spc="-1" strike="noStrike">
              <a:solidFill>
                <a:srgbClr val="ffffff"/>
              </a:solidFill>
              <a:latin typeface="Ubuntu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504000" y="1512000"/>
            <a:ext cx="8870040" cy="51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200" spc="-1" strike="noStrike">
                <a:solidFill>
                  <a:srgbClr val="000000"/>
                </a:solidFill>
                <a:latin typeface="Ubuntu"/>
              </a:rPr>
              <a:t>Content</a:t>
            </a:r>
            <a:endParaRPr b="0" lang="en-GB" sz="3200" spc="-1" strike="noStrike">
              <a:solidFill>
                <a:srgbClr val="000000"/>
              </a:solidFill>
              <a:latin typeface="Ubuntu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Footnote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AD3BC9-F62A-4D14-8CA3-618F2D4C2270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ECE1080C-0996-431E-86E4-AC1113FE0EF7}" type="datetime1">
              <a:rPr lang="en-US"/>
              <a:t>10/19/26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2026-10-19T16:21:38Z</dcterms:created>
  <dc:creator/>
  <dc:description/>
  <dc:language>en-US</dc:language>
  <cp:lastModifiedBy/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lace">
    <vt:lpwstr>Neverland</vt:lpwstr>
  </property>
</Properties>
</file>