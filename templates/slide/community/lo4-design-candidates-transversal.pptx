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sldIdLst>
    <p:sldId id="256" r:id="rId5"/>
    <p:sldId id="257" r:id="rId6"/>
    <p:sldId id="258" r:id="rId7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rans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051560" y="1035000"/>
            <a:ext cx="804672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36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1051560" y="2502720"/>
            <a:ext cx="8046720" cy="38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81271-9EDE-49AD-AD9C-499F28C509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ransversa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51560" y="1035000"/>
            <a:ext cx="804672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36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051560" y="2502720"/>
            <a:ext cx="8046720" cy="38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370113-449A-4402-A494-E1B87DCC26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ransversa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51560" y="1035000"/>
            <a:ext cx="804672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36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051560" y="2502720"/>
            <a:ext cx="8046720" cy="38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0665748-A5E8-4F44-9D4D-CF51F3FB0E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0079640" cy="756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051560" y="2468880"/>
            <a:ext cx="42062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1d9f95"/>
                </a:solidFill>
                <a:latin typeface="Calibri"/>
              </a:rPr>
              <a:t>Click to edit the title text format</a:t>
            </a:r>
            <a:endParaRPr b="0" lang="en-US" sz="44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051560" y="4572000"/>
            <a:ext cx="4206240" cy="201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806"/>
          </a:bodyPr>
          <a:p>
            <a:pPr indent="0" algn="ctr">
              <a:spcAft>
                <a:spcPts val="1417"/>
              </a:spcAft>
            </a:pPr>
            <a:r>
              <a:rPr b="0" lang="en-US" sz="3200" spc="-1" strike="noStrike">
                <a:solidFill>
                  <a:srgbClr val="83cac5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83cac5"/>
              </a:solidFill>
              <a:latin typeface="Calibri"/>
            </a:endParaRPr>
          </a:p>
          <a:p>
            <a:pPr lvl="1" indent="0" algn="ctr">
              <a:spcAft>
                <a:spcPts val="1134"/>
              </a:spcAft>
            </a:pPr>
            <a:r>
              <a:rPr b="0" lang="en-US" sz="2800" spc="-1" strike="noStrike">
                <a:solidFill>
                  <a:srgbClr val="83cac5"/>
                </a:solidFill>
                <a:latin typeface="Calibri"/>
              </a:rPr>
              <a:t>Second Outline Level</a:t>
            </a:r>
            <a:endParaRPr b="0" lang="en-US" sz="2800" spc="-1" strike="noStrike">
              <a:solidFill>
                <a:srgbClr val="83cac5"/>
              </a:solidFill>
              <a:latin typeface="Calibri"/>
            </a:endParaRPr>
          </a:p>
          <a:p>
            <a:pPr lvl="2" indent="0" algn="ctr">
              <a:spcAft>
                <a:spcPts val="850"/>
              </a:spcAft>
            </a:pPr>
            <a:r>
              <a:rPr b="0" lang="en-US" sz="2400" spc="-1" strike="noStrike">
                <a:solidFill>
                  <a:srgbClr val="83cac5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rgbClr val="83cac5"/>
              </a:solidFill>
              <a:latin typeface="Calibri"/>
            </a:endParaRPr>
          </a:p>
          <a:p>
            <a:pPr lvl="3" indent="0" algn="ctr">
              <a:spcAft>
                <a:spcPts val="567"/>
              </a:spcAft>
            </a:pPr>
            <a:r>
              <a:rPr b="0" lang="en-US" sz="2000" spc="-1" strike="noStrike">
                <a:solidFill>
                  <a:srgbClr val="83cac5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83cac5"/>
              </a:solidFill>
              <a:latin typeface="Calibri"/>
            </a:endParaRPr>
          </a:p>
          <a:p>
            <a:pPr lvl="4" indent="0" algn="ctr">
              <a:spcAft>
                <a:spcPts val="283"/>
              </a:spcAft>
            </a:pPr>
            <a:r>
              <a:rPr b="0" lang="en-US" sz="2000" spc="-1" strike="noStrike">
                <a:solidFill>
                  <a:srgbClr val="83cac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83cac5"/>
              </a:solidFill>
              <a:latin typeface="Calibri"/>
            </a:endParaRPr>
          </a:p>
          <a:p>
            <a:pPr lvl="5" indent="0" algn="ctr">
              <a:spcAft>
                <a:spcPts val="283"/>
              </a:spcAft>
            </a:pPr>
            <a:r>
              <a:rPr b="0" lang="en-US" sz="2000" spc="-1" strike="noStrike">
                <a:solidFill>
                  <a:srgbClr val="83cac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83cac5"/>
              </a:solidFill>
              <a:latin typeface="Calibri"/>
            </a:endParaRPr>
          </a:p>
          <a:p>
            <a:pPr lvl="6" indent="0" algn="ctr">
              <a:spcAft>
                <a:spcPts val="283"/>
              </a:spcAft>
            </a:pPr>
            <a:r>
              <a:rPr b="0" lang="en-US" sz="2000" spc="-1" strike="noStrike">
                <a:solidFill>
                  <a:srgbClr val="83cac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83cac5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971E2A4-8260-4529-8D6C-E5065B9CCF2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2"/>
          <a:stretch/>
        </p:blipFill>
        <p:spPr>
          <a:xfrm>
            <a:off x="360" y="720"/>
            <a:ext cx="10079640" cy="758880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1005840"/>
            <a:ext cx="8640000" cy="13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3600" spc="-1" strike="noStrike">
                <a:solidFill>
                  <a:srgbClr val="1d9f95"/>
                </a:solidFill>
                <a:latin typeface="Calibri"/>
              </a:rPr>
              <a:t>Click to edit the title text format</a:t>
            </a:r>
            <a:endParaRPr b="1" lang="en-US" sz="36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2561040"/>
            <a:ext cx="8548560" cy="420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29840" indent="-320040">
              <a:spcAft>
                <a:spcPts val="1417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1d9f95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1d9f95"/>
              </a:solidFill>
              <a:latin typeface="Calibri"/>
            </a:endParaRPr>
          </a:p>
          <a:p>
            <a:pPr lvl="1" marL="859680" indent="-320040">
              <a:spcAft>
                <a:spcPts val="1134"/>
              </a:spcAft>
              <a:buClr>
                <a:srgbClr val="1d9f95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1d9f95"/>
                </a:solidFill>
                <a:latin typeface="Calibri"/>
              </a:rPr>
              <a:t>Second Outline Level</a:t>
            </a:r>
            <a:endParaRPr b="0" lang="en-US" sz="2800" spc="-1" strike="noStrike">
              <a:solidFill>
                <a:srgbClr val="1d9f95"/>
              </a:solidFill>
              <a:latin typeface="Calibri"/>
            </a:endParaRPr>
          </a:p>
          <a:p>
            <a:pPr lvl="2" marL="1289160" indent="-283320">
              <a:spcAft>
                <a:spcPts val="850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1d9f95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rgbClr val="1d9f95"/>
              </a:solidFill>
              <a:latin typeface="Calibri"/>
            </a:endParaRPr>
          </a:p>
          <a:p>
            <a:pPr lvl="3" marL="1728360" indent="-219600">
              <a:spcAft>
                <a:spcPts val="567"/>
              </a:spcAft>
              <a:buClr>
                <a:srgbClr val="1d9f95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1d9f95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1d9f95"/>
              </a:solidFill>
              <a:latin typeface="Calibri"/>
            </a:endParaRPr>
          </a:p>
          <a:p>
            <a:pPr lvl="4" marL="2158200" indent="-219600">
              <a:spcAft>
                <a:spcPts val="283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d9f95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rgbClr val="1d9f95"/>
              </a:solidFill>
              <a:latin typeface="Calibri"/>
            </a:endParaRPr>
          </a:p>
          <a:p>
            <a:pPr lvl="5" marL="2588040" indent="-219600">
              <a:spcAft>
                <a:spcPts val="283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1d9f95"/>
                </a:solidFill>
                <a:latin typeface="Calibri"/>
              </a:rPr>
              <a:t>Sixth Outline Level</a:t>
            </a:r>
            <a:endParaRPr b="0" lang="en-US" sz="1600" spc="-1" strike="noStrike">
              <a:solidFill>
                <a:srgbClr val="1d9f95"/>
              </a:solidFill>
              <a:latin typeface="Calibri"/>
            </a:endParaRPr>
          </a:p>
          <a:p>
            <a:pPr lvl="6" marL="3017880" indent="-219600">
              <a:spcAft>
                <a:spcPts val="283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d9f95"/>
                </a:solidFill>
                <a:latin typeface="Calibri"/>
              </a:rPr>
              <a:t>Seventh Outline Level</a:t>
            </a:r>
            <a:endParaRPr b="0" lang="en-US" sz="15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200" spc="-1" strike="noStrike">
                <a:solidFill>
                  <a:srgbClr val="83cac5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b="0" lang="en-US" sz="1200" spc="-1" strike="noStrike">
                <a:solidFill>
                  <a:srgbClr val="83cac5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83cac5"/>
              </a:solidFill>
              <a:latin typeface="Calibri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8348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200" spc="-1" strike="noStrike">
                <a:solidFill>
                  <a:srgbClr val="83cac5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200" spc="-1" strike="noStrike">
                <a:solidFill>
                  <a:srgbClr val="83cac5"/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83cac5"/>
              </a:solidFill>
              <a:latin typeface="Calibri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67512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200" spc="-1" strike="noStrike">
                <a:solidFill>
                  <a:srgbClr val="83cac5"/>
                </a:solidFill>
                <a:latin typeface="Calibri"/>
              </a:defRPr>
            </a:lvl1pPr>
          </a:lstStyle>
          <a:p>
            <a:pPr indent="0" algn="r">
              <a:buNone/>
            </a:pPr>
            <a:fld id="{B60A259B-CEE5-46C9-BA76-95EDB0BA09AC}" type="slidenum">
              <a:rPr b="0" lang="en-US" sz="1200" spc="-1" strike="noStrike">
                <a:solidFill>
                  <a:srgbClr val="83cac5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83cac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0" y="720"/>
            <a:ext cx="10080000" cy="758952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051560" y="1035000"/>
            <a:ext cx="804672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3600" spc="-1" strike="noStrike">
                <a:solidFill>
                  <a:srgbClr val="1d9f95"/>
                </a:solidFill>
                <a:latin typeface="Calibri"/>
              </a:rPr>
              <a:t>Click to edit the title text format</a:t>
            </a:r>
            <a:endParaRPr b="1" lang="en-US" sz="36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051560" y="2502720"/>
            <a:ext cx="8046720" cy="38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1d9f95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1d9f95"/>
              </a:solidFill>
              <a:latin typeface="Calibri"/>
            </a:endParaRPr>
          </a:p>
          <a:p>
            <a:pPr lvl="1" marL="864000" indent="-324000">
              <a:spcAft>
                <a:spcPts val="1134"/>
              </a:spcAft>
              <a:buClr>
                <a:srgbClr val="1d9f95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1d9f95"/>
                </a:solidFill>
                <a:latin typeface="Calibri"/>
              </a:rPr>
              <a:t>Second Outline Level</a:t>
            </a:r>
            <a:endParaRPr b="0" lang="en-US" sz="2800" spc="-1" strike="noStrike">
              <a:solidFill>
                <a:srgbClr val="1d9f95"/>
              </a:solidFill>
              <a:latin typeface="Calibri"/>
            </a:endParaRPr>
          </a:p>
          <a:p>
            <a:pPr lvl="2" marL="1296000" indent="-288000">
              <a:spcAft>
                <a:spcPts val="850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1d9f95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rgbClr val="1d9f95"/>
              </a:solidFill>
              <a:latin typeface="Calibri"/>
            </a:endParaRPr>
          </a:p>
          <a:p>
            <a:pPr lvl="3" marL="1728000" indent="-216000">
              <a:spcAft>
                <a:spcPts val="567"/>
              </a:spcAft>
              <a:buClr>
                <a:srgbClr val="1d9f95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1d9f95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1d9f95"/>
              </a:solidFill>
              <a:latin typeface="Calibri"/>
            </a:endParaRPr>
          </a:p>
          <a:p>
            <a:pPr lvl="4" marL="2160000" indent="-216000">
              <a:spcAft>
                <a:spcPts val="283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1d9f95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rgbClr val="1d9f95"/>
              </a:solidFill>
              <a:latin typeface="Calibri"/>
            </a:endParaRPr>
          </a:p>
          <a:p>
            <a:pPr lvl="5" marL="2592000" indent="-216000">
              <a:spcAft>
                <a:spcPts val="283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1d9f95"/>
                </a:solidFill>
                <a:latin typeface="Calibri"/>
              </a:rPr>
              <a:t>Sixth Outline Level</a:t>
            </a:r>
            <a:endParaRPr b="0" lang="en-US" sz="1600" spc="-1" strike="noStrike">
              <a:solidFill>
                <a:srgbClr val="1d9f95"/>
              </a:solidFill>
              <a:latin typeface="Calibri"/>
            </a:endParaRPr>
          </a:p>
          <a:p>
            <a:pPr lvl="6" marL="3024000" indent="-216000">
              <a:spcAft>
                <a:spcPts val="283"/>
              </a:spcAft>
              <a:buClr>
                <a:srgbClr val="1d9f95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1d9f95"/>
                </a:solidFill>
                <a:latin typeface="Calibri"/>
              </a:rPr>
              <a:t>Seventh Outline Level</a:t>
            </a:r>
            <a:endParaRPr b="0" lang="en-US" sz="15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1097280" y="6707160"/>
            <a:ext cx="20592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200" spc="-1" strike="noStrike">
                <a:solidFill>
                  <a:srgbClr val="83cac5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b="0" lang="en-US" sz="1200" spc="-1" strike="noStrike">
                <a:solidFill>
                  <a:srgbClr val="83cac5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83cac5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678480" y="6707160"/>
            <a:ext cx="28018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200" spc="-1" strike="noStrike">
                <a:solidFill>
                  <a:srgbClr val="83cac5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200" spc="-1" strike="noStrike">
                <a:solidFill>
                  <a:srgbClr val="83cac5"/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83cac5"/>
              </a:solidFill>
              <a:latin typeface="Calibri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6993360" y="6707160"/>
            <a:ext cx="20592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200" spc="-1" strike="noStrike">
                <a:solidFill>
                  <a:srgbClr val="83cac5"/>
                </a:solidFill>
                <a:latin typeface="Calibri"/>
              </a:defRPr>
            </a:lvl1pPr>
          </a:lstStyle>
          <a:p>
            <a:pPr indent="0" algn="r">
              <a:buNone/>
            </a:pPr>
            <a:fld id="{203902C3-E292-47CA-8AEC-5969106BEBAE}" type="slidenum">
              <a:rPr b="0" lang="en-US" sz="1200" spc="-1" strike="noStrike">
                <a:solidFill>
                  <a:srgbClr val="83cac5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83cac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051560" y="2447640"/>
            <a:ext cx="4206240" cy="130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097280" y="4572000"/>
            <a:ext cx="4114800" cy="201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83cac5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1005840"/>
            <a:ext cx="8640000" cy="13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n-US" sz="36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2561040"/>
            <a:ext cx="8548560" cy="420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Your Footer Here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20730A-DFC3-47A5-B938-A3182C1C7B3A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>Your Date Here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51560" y="1035000"/>
            <a:ext cx="804672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US" sz="36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097280" y="2502720"/>
            <a:ext cx="7955280" cy="38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1d9f9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Your Footer Here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40709A2-553E-47F4-AFF5-890EF19B06D7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>Your Date Here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2026-10-19T16:21:52Z</dcterms:created>
  <dc:creator/>
  <dc:description/>
  <dc:language>en-US</dc:language>
  <cp:lastModifiedBy/>
  <cp:revision>1</cp:revision>
  <dc:subject/>
  <dc:title/>
</cp:coreProperties>
</file>