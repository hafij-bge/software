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384088" cy="6983413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ypography-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19200" y="211320"/>
            <a:ext cx="11145240" cy="130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8800" spc="-1" strike="noStrike">
              <a:solidFill>
                <a:srgbClr val="ffffff"/>
              </a:solidFill>
              <a:latin typeface="URW Gothic 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19200" y="1634040"/>
            <a:ext cx="11145240" cy="460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307"/>
              </a:spcAft>
              <a:buNone/>
            </a:pPr>
            <a:endParaRPr b="0" lang="de-DE" sz="2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B12516-A7DB-4960-8DCD-8433037CD82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0" y="0"/>
            <a:ext cx="12384000" cy="698364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619200" y="278640"/>
            <a:ext cx="11145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de-DE" sz="8800" spc="-1" strike="noStrike">
                <a:solidFill>
                  <a:srgbClr val="ffffff"/>
                </a:solidFill>
                <a:latin typeface="URW Gothic L"/>
              </a:rPr>
              <a:t>Click to edit the title text format</a:t>
            </a:r>
            <a:endParaRPr b="0" lang="de-DE" sz="8800" spc="-1" strike="noStrike">
              <a:solidFill>
                <a:srgbClr val="ffffff"/>
              </a:solidFill>
              <a:latin typeface="URW Gothic 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19200" y="1634040"/>
            <a:ext cx="11145240" cy="460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30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96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de-DE" sz="296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104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58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de-DE" sz="258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78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22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de-DE" sz="222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52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5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de-DE" sz="185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6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5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de-DE" sz="185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6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5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de-DE" sz="185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6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5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de-DE" sz="1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619200" y="6362280"/>
            <a:ext cx="2885040" cy="4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4235040" y="6362280"/>
            <a:ext cx="3925080" cy="4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8879040" y="6362280"/>
            <a:ext cx="2885040" cy="4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5AE8D5A-4898-4380-A173-28D4D4E8428A}" type="slidenum"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19200" y="211320"/>
            <a:ext cx="11145240" cy="130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8800" spc="-1" strike="noStrike">
              <a:solidFill>
                <a:srgbClr val="ffffff"/>
              </a:solidFill>
              <a:latin typeface="URW Gothic 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19200" y="1634040"/>
            <a:ext cx="11145240" cy="460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307"/>
              </a:spcAft>
              <a:buNone/>
            </a:pPr>
            <a:endParaRPr b="0" lang="de-DE" sz="296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2026-10-19T16:21:46Z</dcterms:created>
  <dc:creator/>
  <dc:description/>
  <dc:language>en-US</dc:language>
  <cp:lastModifiedBy/>
  <cp:revision>1</cp:revision>
  <dc:subject/>
  <dc:title/>
</cp:coreProperties>
</file>