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04f00"/>
              </a:solidFill>
              <a:latin typeface="Source Sans Pro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900000" y="2340000"/>
            <a:ext cx="828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2"/>
              </a:spcAft>
              <a:buNone/>
            </a:pPr>
            <a:endParaRPr b="0" lang="en-US" sz="3200" spc="-1" strike="noStrike">
              <a:solidFill>
                <a:srgbClr val="804f0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48D171-32FB-4906-91FC-D3ECF21E5F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.png"/><Relationship Id="rId8" Type="http://schemas.openxmlformats.org/officeDocument/2006/relationships/image" Target="../media/image5.png"/><Relationship Id="rId9" Type="http://schemas.openxmlformats.org/officeDocument/2006/relationships/image" Target="../media/image5.png"/><Relationship Id="rId10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804f00"/>
                </a:solidFill>
                <a:latin typeface="Source Sans Pro"/>
              </a:rPr>
              <a:t>Click to edit the title text format</a:t>
            </a:r>
            <a:endParaRPr b="0" lang="en-US" sz="4400" spc="-1" strike="noStrike">
              <a:solidFill>
                <a:srgbClr val="804f00"/>
              </a:solidFill>
              <a:latin typeface="Source Sans Pro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00000" y="2340000"/>
            <a:ext cx="828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2"/>
              </a:spcAft>
              <a:buSzPct val="100000"/>
              <a:buBlip>
                <a:blip r:embed="rId3"/>
              </a:buBlip>
            </a:pPr>
            <a:r>
              <a:rPr b="0" lang="en-US" sz="3200" spc="-1" strike="noStrike">
                <a:solidFill>
                  <a:srgbClr val="804f00"/>
                </a:solidFill>
                <a:latin typeface="Source Sans Pro"/>
              </a:rPr>
              <a:t>Click to edit the outline text format</a:t>
            </a:r>
            <a:endParaRPr b="0" lang="en-US" sz="3200" spc="-1" strike="noStrike">
              <a:solidFill>
                <a:srgbClr val="804f00"/>
              </a:solidFill>
              <a:latin typeface="Source Sans Pro"/>
            </a:endParaRPr>
          </a:p>
          <a:p>
            <a:pPr lvl="1" marL="864000" indent="-324000">
              <a:spcAft>
                <a:spcPts val="1134"/>
              </a:spcAft>
              <a:buSzPct val="100000"/>
              <a:buBlip>
                <a:blip r:embed="rId4"/>
              </a:buBlip>
            </a:pPr>
            <a:r>
              <a:rPr b="0" lang="en-US" sz="2800" spc="-1" strike="noStrike">
                <a:solidFill>
                  <a:srgbClr val="804f00"/>
                </a:solidFill>
                <a:latin typeface="Source Sans Pro"/>
              </a:rPr>
              <a:t>Second Outline Level</a:t>
            </a:r>
            <a:endParaRPr b="0" lang="en-US" sz="2800" spc="-1" strike="noStrike">
              <a:solidFill>
                <a:srgbClr val="804f00"/>
              </a:solidFill>
              <a:latin typeface="Source Sans Pro"/>
            </a:endParaRPr>
          </a:p>
          <a:p>
            <a:pPr lvl="2" marL="1296000" indent="-288000">
              <a:spcAft>
                <a:spcPts val="850"/>
              </a:spcAft>
              <a:buSzPct val="100000"/>
              <a:buBlip>
                <a:blip r:embed="rId5"/>
              </a:buBlip>
            </a:pPr>
            <a:r>
              <a:rPr b="0" lang="en-US" sz="2400" spc="-1" strike="noStrike">
                <a:solidFill>
                  <a:srgbClr val="804f00"/>
                </a:solidFill>
                <a:latin typeface="Source Sans Pro"/>
              </a:rPr>
              <a:t>Third Outline Level</a:t>
            </a:r>
            <a:endParaRPr b="0" lang="en-US" sz="2400" spc="-1" strike="noStrike">
              <a:solidFill>
                <a:srgbClr val="804f00"/>
              </a:solidFill>
              <a:latin typeface="Source Sans Pro"/>
            </a:endParaRPr>
          </a:p>
          <a:p>
            <a:pPr lvl="3" marL="1728000" indent="-216000">
              <a:spcAft>
                <a:spcPts val="567"/>
              </a:spcAft>
              <a:buSzPct val="100000"/>
              <a:buBlip>
                <a:blip r:embed="rId6"/>
              </a:buBlip>
            </a:pPr>
            <a:r>
              <a:rPr b="0" lang="en-US" sz="2000" spc="-1" strike="noStrike">
                <a:solidFill>
                  <a:srgbClr val="804f00"/>
                </a:solidFill>
                <a:latin typeface="Source Sans Pro"/>
              </a:rPr>
              <a:t>Fourth Outline Level</a:t>
            </a:r>
            <a:endParaRPr b="0" lang="en-US" sz="2000" spc="-1" strike="noStrike">
              <a:solidFill>
                <a:srgbClr val="804f00"/>
              </a:solidFill>
              <a:latin typeface="Source Sans Pro"/>
            </a:endParaRPr>
          </a:p>
          <a:p>
            <a:pPr lvl="4" marL="2160000" indent="-216000">
              <a:spcAft>
                <a:spcPts val="283"/>
              </a:spcAft>
              <a:buSzPct val="100000"/>
              <a:buBlip>
                <a:blip r:embed="rId7"/>
              </a:buBlip>
            </a:pPr>
            <a:r>
              <a:rPr b="0" lang="en-US" sz="2000" spc="-1" strike="noStrike">
                <a:solidFill>
                  <a:srgbClr val="804f00"/>
                </a:solidFill>
                <a:latin typeface="Source Sans Pro"/>
              </a:rPr>
              <a:t>Fifth Outline Level</a:t>
            </a:r>
            <a:endParaRPr b="0" lang="en-US" sz="2000" spc="-1" strike="noStrike">
              <a:solidFill>
                <a:srgbClr val="804f00"/>
              </a:solidFill>
              <a:latin typeface="Source Sans Pro"/>
            </a:endParaRPr>
          </a:p>
          <a:p>
            <a:pPr lvl="5" marL="2592000" indent="-216000">
              <a:spcAft>
                <a:spcPts val="283"/>
              </a:spcAft>
              <a:buSzPct val="100000"/>
              <a:buBlip>
                <a:blip r:embed="rId8"/>
              </a:buBlip>
            </a:pPr>
            <a:r>
              <a:rPr b="0" lang="en-US" sz="2000" spc="-1" strike="noStrike">
                <a:solidFill>
                  <a:srgbClr val="804f00"/>
                </a:solidFill>
                <a:latin typeface="Source Sans Pro"/>
              </a:rPr>
              <a:t>Sixth Outline Level</a:t>
            </a:r>
            <a:endParaRPr b="0" lang="en-US" sz="2000" spc="-1" strike="noStrike">
              <a:solidFill>
                <a:srgbClr val="804f00"/>
              </a:solidFill>
              <a:latin typeface="Source Sans Pro"/>
            </a:endParaRPr>
          </a:p>
          <a:p>
            <a:pPr lvl="6" marL="3024000" indent="-216000">
              <a:spcAft>
                <a:spcPts val="283"/>
              </a:spcAft>
              <a:buSzPct val="100000"/>
              <a:buBlip>
                <a:blip r:embed="rId9"/>
              </a:buBlip>
            </a:pPr>
            <a:r>
              <a:rPr b="0" lang="en-US" sz="2000" spc="-1" strike="noStrike">
                <a:solidFill>
                  <a:srgbClr val="804f00"/>
                </a:solidFill>
                <a:latin typeface="Source Sans Pro"/>
              </a:rPr>
              <a:t>Seventh Outline Level</a:t>
            </a:r>
            <a:endParaRPr b="0" lang="en-US" sz="2000" spc="-1" strike="noStrike">
              <a:solidFill>
                <a:srgbClr val="804f00"/>
              </a:solidFill>
              <a:latin typeface="Source Sans Pro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900000" y="702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a9a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a9a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a9a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240000" y="7020000"/>
            <a:ext cx="36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a9a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a9a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a9a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380000" y="702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a9a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C268A20F-7290-4340-8D5B-C2512DD6A7FC}" type="slidenum">
              <a:rPr b="0" lang="en-US" sz="1400" spc="-1" strike="noStrike">
                <a:solidFill>
                  <a:srgbClr val="fa9a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a9a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804f00"/>
              </a:solidFill>
              <a:latin typeface="Source Sans Pro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00000" y="2340000"/>
            <a:ext cx="8280000" cy="432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2"/>
              </a:spcAft>
              <a:buNone/>
            </a:pPr>
            <a:endParaRPr b="0" lang="en-US" sz="3200" spc="-1" strike="noStrike">
              <a:solidFill>
                <a:srgbClr val="804f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2026-10-19T16:21:28Z</dcterms:created>
  <dc:creator/>
  <dc:description>Template created by Oschloe (http://www.oschloe.de/).
Photo: © Stephanie-Hofschlaeger/Pixelio.de</dc:description>
  <cp:keywords>Presentation Background</cp:keywords>
  <dc:language>en-US</dc:language>
  <cp:lastModifiedBy/>
  <cp:revision>1</cp:revision>
  <dc:subject>Presentation Background Colored Pencils</dc:subject>
  <dc:title>Oschloe Graph Paper Pencils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">
    <vt:lpwstr>CC-BY (http://creativecommons.org/licenses/by/3.0/deed.en)</vt:lpwstr>
  </property>
</Properties>
</file>