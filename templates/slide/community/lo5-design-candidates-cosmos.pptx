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s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457200"/>
            <a:ext cx="9071640" cy="100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828800"/>
            <a:ext cx="9071640" cy="49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8742E2-665A-4816-851D-7AFDAF5E5A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s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457200"/>
            <a:ext cx="9071640" cy="100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828800"/>
            <a:ext cx="9071640" cy="49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7A3919-AD73-4071-8FFB-E703D387E5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smo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457200"/>
            <a:ext cx="9071640" cy="100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828800"/>
            <a:ext cx="9071640" cy="49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DF8653-B04E-4A99-90D4-8D2BA5E6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360" y="27000"/>
            <a:ext cx="10079640" cy="7533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7640" y="1298160"/>
            <a:ext cx="8775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0" lang="en-US" sz="4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685760" y="2651760"/>
            <a:ext cx="5006880" cy="35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r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 algn="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 algn="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 algn="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 algn="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 algn="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 algn="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465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A1A7E004-238C-4CF8-A931-2928B45D5CBE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-26280" y="0"/>
            <a:ext cx="10079640" cy="75600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457200"/>
            <a:ext cx="9071640" cy="100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828800"/>
            <a:ext cx="9071640" cy="49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0" y="7223760"/>
            <a:ext cx="2348280" cy="3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47360" y="7223760"/>
            <a:ext cx="3195000" cy="3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731720" y="7223760"/>
            <a:ext cx="2348280" cy="3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89E456D3-F0E6-40F3-802A-E34B1E6AA852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7640" y="129816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4685760" y="2651760"/>
            <a:ext cx="5303520" cy="35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457200"/>
            <a:ext cx="9071640" cy="100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828800"/>
            <a:ext cx="9071640" cy="49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BA09CA-E8C7-4DCE-8364-A55E85D90B3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2026-10-19T16:21:55Z</dcterms:created>
  <dc:creator/>
  <dc:description/>
  <dc:language>en-US</dc:language>
  <cp:lastModifiedBy/>
  <cp:revision>1</cp:revision>
  <dc:subject/>
  <dc:title/>
</cp:coreProperties>
</file>