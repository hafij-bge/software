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Neur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s-ES" sz="4000" spc="-1" strike="noStrike">
              <a:solidFill>
                <a:srgbClr val="aecf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4AE3FA-5BC9-4E53-B857-793D63F3C6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s-ES" sz="4000" spc="-1" strike="noStrike">
                <a:solidFill>
                  <a:srgbClr val="aecf00"/>
                </a:solidFill>
                <a:latin typeface="Arial"/>
              </a:rPr>
              <a:t>Click to edit the title text format</a:t>
            </a:r>
            <a:endParaRPr b="1" lang="es-ES" sz="4000" spc="-1" strike="noStrike">
              <a:solidFill>
                <a:srgbClr val="aecf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marL="432000" indent="-324000" algn="ctr">
              <a:spcAft>
                <a:spcPts val="141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algn="ctr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algn="ctr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 algn="ctr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 algn="ctr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 algn="ctr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 algn="ctr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5F455F6-0E70-4E3E-9656-71AA0EFF08C2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540000" y="1440000"/>
            <a:ext cx="6120000" cy="5760000"/>
          </a:xfrm>
          <a:prstGeom prst="roundRect">
            <a:avLst>
              <a:gd name="adj" fmla="val 4093"/>
            </a:avLst>
          </a:prstGeom>
          <a:solidFill>
            <a:srgbClr val="ffffff">
              <a:alpha val="75000"/>
            </a:srgbClr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8720" rIns="108720" tIns="63720" bIns="6372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20000" y="1620000"/>
            <a:ext cx="5688000" cy="25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1" lang="es-ES" sz="4000" spc="-1" strike="noStrike">
              <a:solidFill>
                <a:srgbClr val="aecf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720000" y="4140000"/>
            <a:ext cx="5688000" cy="28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020000" y="900000"/>
            <a:ext cx="1800000" cy="7200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txBody>
          <a:bodyPr lIns="90000" rIns="90000" tIns="45000" bIns="45000" anchor="ctr">
            <a:noAutofit/>
          </a:bodyPr>
          <a:p>
            <a:pPr algn="ctr"/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YOUR LOGO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540000" y="2160000"/>
            <a:ext cx="6120000" cy="5040000"/>
          </a:xfrm>
          <a:prstGeom prst="roundRect">
            <a:avLst>
              <a:gd name="adj" fmla="val 4093"/>
            </a:avLst>
          </a:prstGeom>
          <a:solidFill>
            <a:srgbClr val="ffffff">
              <a:alpha val="75000"/>
            </a:srgbClr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8720" rIns="108720" tIns="63720" bIns="6372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0000" y="720000"/>
            <a:ext cx="5688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s-ES" sz="4000" spc="-1" strike="noStrike">
                <a:solidFill>
                  <a:srgbClr val="aecf00"/>
                </a:solidFill>
                <a:latin typeface="Arial"/>
              </a:rPr>
              <a:t>INDEX</a:t>
            </a:r>
            <a:endParaRPr b="1" lang="es-ES" sz="4000" spc="-1" strike="noStrike">
              <a:solidFill>
                <a:srgbClr val="aecf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720000" y="2520000"/>
            <a:ext cx="5688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850"/>
              </a:spcAft>
              <a:buNone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01 Topic 1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850"/>
              </a:spcAft>
              <a:buNone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02 Topic 2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850"/>
              </a:spcAft>
              <a:buNone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03 Topic 3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850"/>
              </a:spcAft>
              <a:buNone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04 …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850"/>
              </a:spcAft>
              <a:buNone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05 The end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spcAft>
                <a:spcPts val="850"/>
              </a:spcAft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020000" y="900000"/>
            <a:ext cx="1800000" cy="7200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txBody>
          <a:bodyPr lIns="90000" rIns="90000" tIns="45000" bIns="45000" anchor="ctr">
            <a:noAutofit/>
          </a:bodyPr>
          <a:p>
            <a:pPr algn="ctr"/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YOUR LOGO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540000" y="1800000"/>
            <a:ext cx="9000000" cy="5040000"/>
          </a:xfrm>
          <a:prstGeom prst="roundRect">
            <a:avLst>
              <a:gd name="adj" fmla="val 4093"/>
            </a:avLst>
          </a:prstGeom>
          <a:solidFill>
            <a:srgbClr val="ffffff">
              <a:alpha val="75000"/>
            </a:srgbClr>
          </a:solidFill>
          <a:ln w="3816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8720" rIns="108720" tIns="63720" bIns="63720" anchor="ctr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20000" y="720000"/>
            <a:ext cx="5688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1" lang="es-ES" sz="4000" spc="-1" strike="noStrike">
                <a:solidFill>
                  <a:srgbClr val="aecf00"/>
                </a:solidFill>
                <a:latin typeface="Arial"/>
              </a:rPr>
              <a:t>TOPIC 1</a:t>
            </a:r>
            <a:endParaRPr b="1" lang="es-ES" sz="4000" spc="-1" strike="noStrike">
              <a:solidFill>
                <a:srgbClr val="aecf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ubTitle"/>
          </p:nvPr>
        </p:nvSpPr>
        <p:spPr>
          <a:xfrm>
            <a:off x="900000" y="2160000"/>
            <a:ext cx="8280000" cy="43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7020000" y="900000"/>
            <a:ext cx="1800000" cy="7200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txBody>
          <a:bodyPr lIns="90000" rIns="90000" tIns="45000" bIns="45000" anchor="ctr">
            <a:noAutofit/>
          </a:bodyPr>
          <a:p>
            <a:pPr algn="ctr"/>
            <a:r>
              <a:rPr b="0" lang="es-ES" sz="1800" spc="-1" strike="noStrike">
                <a:solidFill>
                  <a:srgbClr val="000000"/>
                </a:solidFill>
                <a:latin typeface="Arial"/>
              </a:rPr>
              <a:t>YOUR LOGO</a:t>
            </a:r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8820000" y="6751440"/>
            <a:ext cx="1260000" cy="608760"/>
          </a:xfrm>
          <a:prstGeom prst="rect">
            <a:avLst/>
          </a:prstGeom>
          <a:solidFill>
            <a:srgbClr val="aecf00"/>
          </a:solidFill>
          <a:ln w="0">
            <a:noFill/>
          </a:ln>
        </p:spPr>
        <p:txBody>
          <a:bodyPr lIns="90000" rIns="90000" tIns="45000" bIns="45000" anchor="ctr">
            <a:noAutofit/>
          </a:bodyPr>
          <a:p>
            <a:fld id="{BA8011E0-6BEB-487C-BB91-38EC3A00AC03}" type="slidenum">
              <a:rPr b="0" lang="es-ES" sz="1800" spc="-1" strike="noStrike">
                <a:solidFill>
                  <a:srgbClr val="000000"/>
                </a:solidFill>
                <a:latin typeface="Courier New"/>
              </a:rPr>
              <a:t>&lt;number&gt;</a:t>
            </a:fld>
            <a:r>
              <a:rPr b="0" lang="es-ES" sz="1800" spc="-1" strike="noStrike">
                <a:solidFill>
                  <a:srgbClr val="000000"/>
                </a:solidFill>
                <a:latin typeface="Courier New"/>
              </a:rPr>
              <a:t>/</a:t>
            </a:r>
            <a:fld id="{4F604F63-07DB-4FF2-8B6E-92B99877335F}" type="slidecount">
              <a:rPr b="0" lang="es-ES" sz="1800" spc="-1" strike="noStrike">
                <a:solidFill>
                  <a:srgbClr val="000000"/>
                </a:solidFill>
                <a:latin typeface="Courier New"/>
              </a:rPr>
              <a:t>3</a:t>
            </a:fld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2026-10-19T16:21:59Z</dcterms:created>
  <dc:creator/>
  <dc:description/>
  <dc:language>en-US</dc:language>
  <cp:lastModifiedBy/>
  <cp:revision>1</cp:revision>
  <dc:subject/>
  <dc:title/>
</cp:coreProperties>
</file>