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</p:sldIdLst>
  <p:sldSz cx="10077450" cy="75628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ogres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9120" y="184644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D606AD-C2C0-4C61-ACD7-7A63091C83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9120" y="184644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D07F82-133E-48BC-B986-4E58EC396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9120" y="184644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2FF739-96CD-41F1-B5D9-69EA966ADA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9120" y="184644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DCBA7B-3296-4E1D-97BE-D26555B385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60"/>
            <a:ext cx="10076760" cy="5670720"/>
          </a:xfrm>
          <a:custGeom>
            <a:avLst/>
            <a:gdLst/>
            <a:ahLst/>
            <a:rect l="0" t="0" r="r" b="b"/>
            <a:pathLst>
              <a:path w="27991" h="15752">
                <a:moveTo>
                  <a:pt x="0" y="15752"/>
                </a:moveTo>
                <a:lnTo>
                  <a:pt x="0" y="0"/>
                </a:lnTo>
                <a:lnTo>
                  <a:pt x="27991" y="0"/>
                </a:lnTo>
                <a:lnTo>
                  <a:pt x="27991" y="10417"/>
                </a:lnTo>
                <a:lnTo>
                  <a:pt x="0" y="15752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 rot="20951400">
            <a:off x="504000" y="400932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7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7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0951400">
            <a:off x="604800" y="4793400"/>
            <a:ext cx="88675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ctr">
              <a:spcAft>
                <a:spcPts val="157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ctr">
              <a:spcAft>
                <a:spcPts val="113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ctr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ctr">
              <a:spcAft>
                <a:spcPts val="5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ctr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ctr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ctr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7017480" y="6553800"/>
            <a:ext cx="287892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5578200" y="6841800"/>
            <a:ext cx="431856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77480" y="6121440"/>
            <a:ext cx="251928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fld id="{721FB4F5-DF77-44B8-94FC-43F700DA780F}" type="slidenum">
              <a:rPr b="0" lang="en-US" sz="2600" spc="-1" strike="noStrike">
                <a:solidFill>
                  <a:srgbClr val="000000"/>
                </a:solidFill>
                <a:latin typeface="Liberation Sans Narrow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Liberation Sans Narrow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1096920" y="5853600"/>
            <a:ext cx="8979840" cy="1708200"/>
          </a:xfrm>
          <a:custGeom>
            <a:avLst/>
            <a:gdLst/>
            <a:ahLst/>
            <a:rect l="0" t="0" r="r" b="b"/>
            <a:pathLst>
              <a:path w="24944" h="4745">
                <a:moveTo>
                  <a:pt x="0" y="4745"/>
                </a:moveTo>
                <a:lnTo>
                  <a:pt x="24943" y="4744"/>
                </a:lnTo>
                <a:lnTo>
                  <a:pt x="24944" y="0"/>
                </a:lnTo>
                <a:lnTo>
                  <a:pt x="0" y="4745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76760" cy="2012760"/>
          </a:xfrm>
          <a:custGeom>
            <a:avLst/>
            <a:gdLst/>
            <a:ahLst/>
            <a:rect l="0" t="0" r="r" b="b"/>
            <a:pathLst>
              <a:path w="27991" h="5591">
                <a:moveTo>
                  <a:pt x="0" y="5591"/>
                </a:moveTo>
                <a:lnTo>
                  <a:pt x="0" y="0"/>
                </a:lnTo>
                <a:lnTo>
                  <a:pt x="27991" y="0"/>
                </a:lnTo>
                <a:lnTo>
                  <a:pt x="27991" y="255"/>
                </a:lnTo>
                <a:lnTo>
                  <a:pt x="0" y="5591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20951400">
            <a:off x="105840" y="-21672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3280" y="2021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spcAft>
                <a:spcPts val="113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just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just">
              <a:spcAft>
                <a:spcPts val="5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just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just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just">
              <a:spcAft>
                <a:spcPts val="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7017480" y="6553800"/>
            <a:ext cx="287892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5578200" y="6841800"/>
            <a:ext cx="431856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377480" y="6121440"/>
            <a:ext cx="251928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65B8CE7A-E63E-4393-84E6-B5682C42EFF6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1096920" y="5853600"/>
            <a:ext cx="8979840" cy="1708200"/>
          </a:xfrm>
          <a:custGeom>
            <a:avLst/>
            <a:gdLst/>
            <a:ahLst/>
            <a:rect l="0" t="0" r="r" b="b"/>
            <a:pathLst>
              <a:path w="24944" h="4745">
                <a:moveTo>
                  <a:pt x="0" y="4745"/>
                </a:moveTo>
                <a:lnTo>
                  <a:pt x="24943" y="4744"/>
                </a:lnTo>
                <a:lnTo>
                  <a:pt x="24944" y="0"/>
                </a:lnTo>
                <a:lnTo>
                  <a:pt x="0" y="4745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0" y="548640"/>
            <a:ext cx="10076760" cy="7013520"/>
          </a:xfrm>
          <a:custGeom>
            <a:avLst/>
            <a:gdLst/>
            <a:ahLst/>
            <a:rect l="0" t="0" r="r" b="b"/>
            <a:pathLst>
              <a:path w="27991" h="19482">
                <a:moveTo>
                  <a:pt x="0" y="19482"/>
                </a:moveTo>
                <a:lnTo>
                  <a:pt x="508" y="19482"/>
                </a:lnTo>
                <a:lnTo>
                  <a:pt x="27991" y="14228"/>
                </a:lnTo>
                <a:lnTo>
                  <a:pt x="27991" y="0"/>
                </a:lnTo>
                <a:lnTo>
                  <a:pt x="0" y="5336"/>
                </a:lnTo>
                <a:lnTo>
                  <a:pt x="0" y="19482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10077120" cy="2286720"/>
          </a:xfrm>
          <a:custGeom>
            <a:avLst/>
            <a:gdLst/>
            <a:ahLst/>
            <a:rect l="0" t="0" r="r" b="b"/>
            <a:pathLst>
              <a:path w="27992" h="6352">
                <a:moveTo>
                  <a:pt x="1" y="6352"/>
                </a:moveTo>
                <a:lnTo>
                  <a:pt x="0" y="0"/>
                </a:lnTo>
                <a:lnTo>
                  <a:pt x="27991" y="0"/>
                </a:lnTo>
                <a:lnTo>
                  <a:pt x="27992" y="1016"/>
                </a:lnTo>
                <a:lnTo>
                  <a:pt x="1" y="6352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 rot="20951400">
            <a:off x="108000" y="8532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3640" y="238140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just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just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just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just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just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7017480" y="6553800"/>
            <a:ext cx="287892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5578200" y="6841800"/>
            <a:ext cx="431856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7377480" y="6121440"/>
            <a:ext cx="251928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8A19FADD-BBC8-4351-AF5B-C4CF84937775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1403280" y="5853600"/>
            <a:ext cx="8673480" cy="1707840"/>
          </a:xfrm>
          <a:custGeom>
            <a:avLst/>
            <a:gdLst/>
            <a:ahLst/>
            <a:rect l="0" t="0" r="r" b="b"/>
            <a:pathLst>
              <a:path w="24093" h="4744">
                <a:moveTo>
                  <a:pt x="0" y="4744"/>
                </a:moveTo>
                <a:lnTo>
                  <a:pt x="24092" y="4744"/>
                </a:lnTo>
                <a:lnTo>
                  <a:pt x="24093" y="0"/>
                </a:lnTo>
                <a:lnTo>
                  <a:pt x="0" y="474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0076760" cy="3201480"/>
          </a:xfrm>
          <a:custGeom>
            <a:avLst/>
            <a:gdLst/>
            <a:ahLst/>
            <a:rect l="0" t="0" r="r" b="b"/>
            <a:pathLst>
              <a:path w="27991" h="8893">
                <a:moveTo>
                  <a:pt x="0" y="8893"/>
                </a:moveTo>
                <a:lnTo>
                  <a:pt x="0" y="0"/>
                </a:lnTo>
                <a:lnTo>
                  <a:pt x="27991" y="0"/>
                </a:lnTo>
                <a:lnTo>
                  <a:pt x="27991" y="3557"/>
                </a:lnTo>
                <a:lnTo>
                  <a:pt x="0" y="8893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0076760" cy="3201480"/>
          </a:xfrm>
          <a:custGeom>
            <a:avLst/>
            <a:gdLst/>
            <a:ahLst/>
            <a:rect l="0" t="0" r="r" b="b"/>
            <a:pathLst>
              <a:path w="27991" h="8893">
                <a:moveTo>
                  <a:pt x="0" y="8893"/>
                </a:moveTo>
                <a:lnTo>
                  <a:pt x="0" y="0"/>
                </a:lnTo>
                <a:lnTo>
                  <a:pt x="27991" y="0"/>
                </a:lnTo>
                <a:lnTo>
                  <a:pt x="27991" y="3557"/>
                </a:lnTo>
                <a:lnTo>
                  <a:pt x="0" y="8893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403280" y="5853600"/>
            <a:ext cx="8673480" cy="1707840"/>
          </a:xfrm>
          <a:custGeom>
            <a:avLst/>
            <a:gdLst/>
            <a:ahLst/>
            <a:rect l="0" t="0" r="r" b="b"/>
            <a:pathLst>
              <a:path w="24093" h="4744">
                <a:moveTo>
                  <a:pt x="0" y="4744"/>
                </a:moveTo>
                <a:lnTo>
                  <a:pt x="24092" y="4744"/>
                </a:lnTo>
                <a:lnTo>
                  <a:pt x="24093" y="0"/>
                </a:lnTo>
                <a:lnTo>
                  <a:pt x="0" y="474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0076760" cy="3292920"/>
          </a:xfrm>
          <a:custGeom>
            <a:avLst/>
            <a:gdLst/>
            <a:ahLst/>
            <a:rect l="0" t="0" r="r" b="b"/>
            <a:pathLst>
              <a:path w="27991" h="9147">
                <a:moveTo>
                  <a:pt x="0" y="9147"/>
                </a:moveTo>
                <a:lnTo>
                  <a:pt x="0" y="0"/>
                </a:lnTo>
                <a:lnTo>
                  <a:pt x="27991" y="0"/>
                </a:lnTo>
                <a:lnTo>
                  <a:pt x="27991" y="3789"/>
                </a:lnTo>
                <a:lnTo>
                  <a:pt x="0" y="914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402920" y="5853600"/>
            <a:ext cx="8673480" cy="1707840"/>
          </a:xfrm>
          <a:custGeom>
            <a:avLst/>
            <a:gdLst/>
            <a:ahLst/>
            <a:rect l="0" t="0" r="r" b="b"/>
            <a:pathLst>
              <a:path w="24093" h="4744">
                <a:moveTo>
                  <a:pt x="0" y="4744"/>
                </a:moveTo>
                <a:lnTo>
                  <a:pt x="24092" y="4744"/>
                </a:lnTo>
                <a:lnTo>
                  <a:pt x="24093" y="0"/>
                </a:lnTo>
                <a:lnTo>
                  <a:pt x="0" y="474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 rot="20951400">
            <a:off x="106920" y="98460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5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0"/>
          </p:nvPr>
        </p:nvSpPr>
        <p:spPr>
          <a:xfrm>
            <a:off x="7017480" y="6553800"/>
            <a:ext cx="287892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1"/>
          </p:nvPr>
        </p:nvSpPr>
        <p:spPr>
          <a:xfrm>
            <a:off x="5578200" y="6841800"/>
            <a:ext cx="431856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2"/>
          </p:nvPr>
        </p:nvSpPr>
        <p:spPr>
          <a:xfrm>
            <a:off x="7377480" y="6121440"/>
            <a:ext cx="251928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C6F04C6F-285D-4B62-829F-CAB058518466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rot="20952000">
            <a:off x="302400" y="2844360"/>
            <a:ext cx="9472320" cy="3433320"/>
          </a:xfrm>
          <a:prstGeom prst="roundRect">
            <a:avLst>
              <a:gd name="adj" fmla="val 6298"/>
            </a:avLst>
          </a:prstGeom>
          <a:solidFill>
            <a:srgbClr val="c0c0c0"/>
          </a:solidFill>
          <a:ln w="91440">
            <a:solidFill>
              <a:srgbClr val="c0c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73960" y="3680640"/>
            <a:ext cx="639720" cy="13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0" spc="-1" strike="noStrike">
                <a:solidFill>
                  <a:srgbClr val="ffffff"/>
                </a:solidFill>
                <a:latin typeface="Roboto Bk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212760" y="4691880"/>
            <a:ext cx="639720" cy="13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0" spc="-1" strike="noStrike">
                <a:solidFill>
                  <a:srgbClr val="ffffff"/>
                </a:solidFill>
                <a:latin typeface="Roboto Bk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4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 rot="20951400">
            <a:off x="503280" y="3756960"/>
            <a:ext cx="906948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7500" spc="-1" strike="noStrike">
                <a:solidFill>
                  <a:srgbClr val="000000"/>
                </a:solidFill>
                <a:latin typeface="Arial"/>
              </a:rPr>
              <a:t>PRESENTATION</a:t>
            </a:r>
            <a:endParaRPr b="1" lang="en-US" sz="7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 rot="20951400">
            <a:off x="604080" y="4745880"/>
            <a:ext cx="8867880" cy="197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spcAft>
                <a:spcPts val="1579"/>
              </a:spcAft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Joe Bloggs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 rot="20951400">
            <a:off x="140760" y="-18288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</a:rPr>
              <a:t>Your text here...</a:t>
            </a:r>
            <a:endParaRPr b="1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3280" y="2021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Lorem ipsum dolor sit amet, consectetur adipiscing elit. Nam nisl ipsum, dictum non aliquet a, ornare at metus.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Aft>
                <a:spcPts val="1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Proin scelerisque molestie magna ac imperdiet. Ut mollis convallis sem a interdum. Mauris at sapien eu mi pellentesque luctus sed non lacus.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Aft>
                <a:spcPts val="1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Mauris hendrerit adipiscing venenatis. Maecenas ultricies placerat nulla, eget hendrerit leo interdum quis. Morbi quis mauris eget mauris eleifend mollis in vel lectus.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Your footer here.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1BFA34-7350-4DD6-86EC-3BF32CC4B72D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5B95DF6F-B0BF-4823-A487-1756D9B1D07B}" type="datetime2">
              <a:rPr lang="en-US"/>
              <a:t>Monday, October 19, 2026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 rot="20951400">
            <a:off x="141480" y="11880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</a:rPr>
              <a:t>Your text here...</a:t>
            </a:r>
            <a:endParaRPr b="1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3640" y="2381400"/>
            <a:ext cx="8867160" cy="392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Lorem ipsum dolor sit amet, consectetur adipiscing elit. Nam nisl ipsum, dictum non aliquet a, ornare at metus.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Proin scelerisque molestie magna ac imperdiet. Ut mollis convallis sem a interdum. Mauris at sapien eu mi pellentesque luctus sed non lacus.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Mauris hendrerit adipiscing venenatis. Maecenas ultricies placerat nulla, eget hendrerit leo interdum quis.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Your footer here.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0D3EEDF-2FC6-4AE2-9F76-B56B9726C263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fld id="{D948E3C8-B8F3-47A6-A13D-E87DDD25A595}" type="datetime2">
              <a:rPr lang="en-US"/>
              <a:t>Monday, October 19, 2026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 rot="20951400">
            <a:off x="140760" y="101844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5000" spc="-1" strike="noStrike">
                <a:solidFill>
                  <a:srgbClr val="000000"/>
                </a:solidFill>
                <a:latin typeface="Arial"/>
              </a:rPr>
              <a:t>Your text here...</a:t>
            </a:r>
            <a:endParaRPr b="1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4800" y="3533040"/>
            <a:ext cx="886716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1409"/>
              </a:spcAft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Lorem ipsum dolor sit amet, consectetur adipiscing elit. Nam nisl ipsum, dictum non aliquet a, ornare at metus.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Aft>
                <a:spcPts val="1409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–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Aft>
                <a:spcPts val="1409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Joe Bloggs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Your footer here.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9EC22E1-33C2-4340-A438-0634117929DA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9AA3AD4-F124-4410-BBA6-078BDE227094}" type="datetime2">
              <a:rPr lang="en-US"/>
              <a:t>Monday, October 19, 2026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2026-10-19T16:21:40Z</dcterms:created>
  <dc:creator/>
  <dc:description/>
  <dc:language>en-US</dc:language>
  <cp:lastModifiedBy/>
  <cp:revision>1</cp:revision>
  <dc:subject/>
  <dc:title/>
</cp:coreProperties>
</file>