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alizar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93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1" lang="en-US" sz="32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9180000" cy="46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142"/>
              </a:spcAft>
              <a:buNone/>
            </a:pPr>
            <a:endParaRPr b="1" lang="en-US" sz="260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00432D-75A7-477E-99AF-4EFCEDF598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alizari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93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1" lang="en-US" sz="32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subTitle"/>
          </p:nvPr>
        </p:nvSpPr>
        <p:spPr>
          <a:xfrm>
            <a:off x="360000" y="1980000"/>
            <a:ext cx="9180000" cy="46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2600" spc="-1" strike="noStrike">
              <a:solidFill>
                <a:srgbClr val="1c1c1c"/>
              </a:solidFill>
              <a:latin typeface="Source Sans Pro Light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CB5D73-914E-4EFD-AE65-4A7891C82E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180000"/>
            <a:ext cx="9720000" cy="1260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" name=""/>
          <p:cNvSpPr/>
          <p:nvPr/>
        </p:nvSpPr>
        <p:spPr>
          <a:xfrm>
            <a:off x="7560000" y="6840000"/>
            <a:ext cx="2520000" cy="540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" name=""/>
          <p:cNvSpPr/>
          <p:nvPr/>
        </p:nvSpPr>
        <p:spPr>
          <a:xfrm>
            <a:off x="900000" y="6840000"/>
            <a:ext cx="6480000" cy="540000"/>
          </a:xfrm>
          <a:prstGeom prst="rect">
            <a:avLst/>
          </a:prstGeom>
          <a:solidFill>
            <a:srgbClr val="bdc3c7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3" name=""/>
          <p:cNvSpPr/>
          <p:nvPr/>
        </p:nvSpPr>
        <p:spPr>
          <a:xfrm>
            <a:off x="180000" y="6840000"/>
            <a:ext cx="540000" cy="540000"/>
          </a:xfrm>
          <a:prstGeom prst="rect">
            <a:avLst/>
          </a:prstGeom>
          <a:solidFill>
            <a:srgbClr val="f44336"/>
          </a:solidFill>
          <a:ln w="720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noAutofit/>
          </a:bodyPr>
          <a:p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93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32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60000" y="1980000"/>
            <a:ext cx="9180000" cy="46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Source Sans Pro Semibold"/>
              </a:rPr>
              <a:t>Click to edit the outline text format</a:t>
            </a:r>
            <a:endParaRPr b="1" lang="en-US" sz="260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288000" indent="0">
              <a:spcAft>
                <a:spcPts val="1134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Source Sans Pro Light"/>
              </a:rPr>
              <a:t>Second Outline Level</a:t>
            </a:r>
            <a:endParaRPr b="0" lang="en-US" sz="2200" spc="-1" strike="noStrike">
              <a:solidFill>
                <a:srgbClr val="1c1c1c"/>
              </a:solidFill>
              <a:latin typeface="Source Sans Pro Light"/>
            </a:endParaRPr>
          </a:p>
          <a:p>
            <a:pPr lvl="2" marL="576000" indent="0">
              <a:spcAft>
                <a:spcPts val="850"/>
              </a:spcAft>
            </a:pPr>
            <a:r>
              <a:rPr b="0" lang="en-US" sz="1800" spc="-1" strike="noStrike">
                <a:solidFill>
                  <a:srgbClr val="1c1c1c"/>
                </a:solidFill>
                <a:latin typeface="Source Sans Pro Light"/>
              </a:rPr>
              <a:t>Third Outline Level</a:t>
            </a:r>
            <a:endParaRPr b="0" lang="en-US" sz="1800" spc="-1" strike="noStrike">
              <a:solidFill>
                <a:srgbClr val="1c1c1c"/>
              </a:solidFill>
              <a:latin typeface="Source Sans Pro Light"/>
            </a:endParaRPr>
          </a:p>
          <a:p>
            <a:pPr lvl="3" marL="864000" indent="0">
              <a:spcAft>
                <a:spcPts val="567"/>
              </a:spcAft>
            </a:pPr>
            <a:r>
              <a:rPr b="0" lang="en-US" sz="1600" spc="-1" strike="noStrike">
                <a:solidFill>
                  <a:srgbClr val="1c1c1c"/>
                </a:solidFill>
                <a:latin typeface="Source Sans Pro Light"/>
              </a:rPr>
              <a:t>Fourth Outline Level</a:t>
            </a:r>
            <a:endParaRPr b="0" lang="en-US" sz="1600" spc="-1" strike="noStrike">
              <a:solidFill>
                <a:srgbClr val="1c1c1c"/>
              </a:solidFill>
              <a:latin typeface="Source Sans Pro Light"/>
            </a:endParaRPr>
          </a:p>
          <a:p>
            <a:pPr lvl="4" marL="1152000" indent="0">
              <a:spcAft>
                <a:spcPts val="283"/>
              </a:spcAft>
            </a:pPr>
            <a:r>
              <a:rPr b="0" lang="en-US" sz="1600" spc="-1" strike="noStrike">
                <a:solidFill>
                  <a:srgbClr val="1c1c1c"/>
                </a:solidFill>
                <a:latin typeface="Source Sans Pro Light"/>
              </a:rPr>
              <a:t>Fifth Outline Level</a:t>
            </a:r>
            <a:endParaRPr b="0" lang="en-US" sz="1600" spc="-1" strike="noStrike">
              <a:solidFill>
                <a:srgbClr val="1c1c1c"/>
              </a:solidFill>
              <a:latin typeface="Source Sans Pro Light"/>
            </a:endParaRPr>
          </a:p>
          <a:p>
            <a:pPr lvl="5" marL="1440000" indent="0">
              <a:spcAft>
                <a:spcPts val="283"/>
              </a:spcAft>
            </a:pPr>
            <a:r>
              <a:rPr b="0" lang="en-US" sz="1600" spc="-1" strike="noStrike">
                <a:solidFill>
                  <a:srgbClr val="1c1c1c"/>
                </a:solidFill>
                <a:latin typeface="Source Sans Pro Light"/>
              </a:rPr>
              <a:t>Sixth Outline Level</a:t>
            </a:r>
            <a:endParaRPr b="0" lang="en-US" sz="1600" spc="-1" strike="noStrike">
              <a:solidFill>
                <a:srgbClr val="1c1c1c"/>
              </a:solidFill>
              <a:latin typeface="Source Sans Pro Light"/>
            </a:endParaRPr>
          </a:p>
          <a:p>
            <a:pPr lvl="6" marL="1728000" indent="0">
              <a:spcAft>
                <a:spcPts val="283"/>
              </a:spcAft>
            </a:pPr>
            <a:r>
              <a:rPr b="0" lang="en-US" sz="1600" spc="-1" strike="noStrike">
                <a:solidFill>
                  <a:srgbClr val="1c1c1c"/>
                </a:solidFill>
                <a:latin typeface="Source Sans Pro Light"/>
              </a:rPr>
              <a:t>Seventh Outline Level</a:t>
            </a:r>
            <a:endParaRPr b="0" lang="en-US" sz="1600" spc="-1" strike="noStrike">
              <a:solidFill>
                <a:srgbClr val="1c1c1c"/>
              </a:solidFill>
              <a:latin typeface="Source Sans Pro Light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1"/>
          </p:nvPr>
        </p:nvSpPr>
        <p:spPr>
          <a:xfrm>
            <a:off x="7560000" y="6840000"/>
            <a:ext cx="234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 anchorCtr="1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2"/>
          </p:nvPr>
        </p:nvSpPr>
        <p:spPr>
          <a:xfrm>
            <a:off x="1080000" y="6840000"/>
            <a:ext cx="324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3"/>
          </p:nvPr>
        </p:nvSpPr>
        <p:spPr>
          <a:xfrm>
            <a:off x="180000" y="6840000"/>
            <a:ext cx="540000" cy="540000"/>
          </a:xfrm>
          <a:prstGeom prst="rect">
            <a:avLst/>
          </a:prstGeom>
          <a:solidFill>
            <a:srgbClr val="e74c3c"/>
          </a:solidFill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fld id="{B5F00EB8-7CD6-4DBE-9D3E-3FAC49836713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0" y="3150000"/>
            <a:ext cx="9720000" cy="126000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Source Sans Pro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60000" y="3330000"/>
            <a:ext cx="93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r>
              <a:rPr b="1" lang="en-US" sz="3200" spc="-1" strike="noStrike">
                <a:solidFill>
                  <a:srgbClr val="ffffff"/>
                </a:solidFill>
                <a:latin typeface="Source Sans Pro Black"/>
              </a:rPr>
              <a:t>Click to edit the title text format</a:t>
            </a:r>
            <a:endParaRPr b="1" lang="en-US" sz="32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40000" y="4680000"/>
            <a:ext cx="918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142"/>
              </a:spcAft>
            </a:pPr>
            <a:r>
              <a:rPr b="1" lang="en-US" sz="2600" spc="-1" strike="noStrike">
                <a:solidFill>
                  <a:srgbClr val="1c1c1c"/>
                </a:solidFill>
                <a:latin typeface="Source Sans Pro Semibold"/>
              </a:rPr>
              <a:t>Click to edit the outline text format</a:t>
            </a:r>
            <a:endParaRPr b="1" lang="en-US" sz="2600" spc="-1" strike="noStrike">
              <a:solidFill>
                <a:srgbClr val="1c1c1c"/>
              </a:solidFill>
              <a:latin typeface="Source Sans Pro Semibold"/>
            </a:endParaRPr>
          </a:p>
          <a:p>
            <a:pPr lvl="1" marL="288000" indent="0">
              <a:spcAft>
                <a:spcPts val="1131"/>
              </a:spcAft>
            </a:pPr>
            <a:r>
              <a:rPr b="0" lang="en-US" sz="2200" spc="-1" strike="noStrike">
                <a:solidFill>
                  <a:srgbClr val="1c1c1c"/>
                </a:solidFill>
                <a:latin typeface="Source Sans Pro Light"/>
              </a:rPr>
              <a:t>Second Outline Level</a:t>
            </a:r>
            <a:endParaRPr b="0" lang="en-US" sz="2200" spc="-1" strike="noStrike">
              <a:solidFill>
                <a:srgbClr val="1c1c1c"/>
              </a:solidFill>
              <a:latin typeface="Source Sans Pro Light"/>
            </a:endParaRPr>
          </a:p>
          <a:p>
            <a:pPr lvl="2" marL="576000" indent="0">
              <a:spcAft>
                <a:spcPts val="850"/>
              </a:spcAft>
            </a:pPr>
            <a:r>
              <a:rPr b="0" lang="en-US" sz="1800" spc="-1" strike="noStrike">
                <a:solidFill>
                  <a:srgbClr val="1c1c1c"/>
                </a:solidFill>
                <a:latin typeface="Source Sans Pro Light"/>
              </a:rPr>
              <a:t>Third Outline Level</a:t>
            </a:r>
            <a:endParaRPr b="0" lang="en-US" sz="1800" spc="-1" strike="noStrike">
              <a:solidFill>
                <a:srgbClr val="1c1c1c"/>
              </a:solidFill>
              <a:latin typeface="Source Sans Pro Light"/>
            </a:endParaRPr>
          </a:p>
          <a:p>
            <a:pPr lvl="3" marL="864000" indent="0">
              <a:spcAft>
                <a:spcPts val="567"/>
              </a:spcAft>
            </a:pPr>
            <a:r>
              <a:rPr b="0" lang="en-US" sz="1600" spc="-1" strike="noStrike">
                <a:solidFill>
                  <a:srgbClr val="1c1c1c"/>
                </a:solidFill>
                <a:latin typeface="Source Sans Pro Light"/>
              </a:rPr>
              <a:t>Fourth Outline Level</a:t>
            </a:r>
            <a:endParaRPr b="0" lang="en-US" sz="1600" spc="-1" strike="noStrike">
              <a:solidFill>
                <a:srgbClr val="1c1c1c"/>
              </a:solidFill>
              <a:latin typeface="Source Sans Pro Light"/>
            </a:endParaRPr>
          </a:p>
          <a:p>
            <a:pPr lvl="4" marL="1152000" indent="0">
              <a:spcAft>
                <a:spcPts val="283"/>
              </a:spcAft>
            </a:pPr>
            <a:r>
              <a:rPr b="0" lang="en-US" sz="1600" spc="-1" strike="noStrike">
                <a:solidFill>
                  <a:srgbClr val="1c1c1c"/>
                </a:solidFill>
                <a:latin typeface="Source Sans Pro Light"/>
              </a:rPr>
              <a:t>Fifth Outline Level</a:t>
            </a:r>
            <a:endParaRPr b="0" lang="en-US" sz="1600" spc="-1" strike="noStrike">
              <a:solidFill>
                <a:srgbClr val="1c1c1c"/>
              </a:solidFill>
              <a:latin typeface="Source Sans Pro Light"/>
            </a:endParaRPr>
          </a:p>
          <a:p>
            <a:pPr lvl="5" marL="1440000" indent="0">
              <a:spcAft>
                <a:spcPts val="283"/>
              </a:spcAft>
            </a:pPr>
            <a:r>
              <a:rPr b="0" lang="en-US" sz="1600" spc="-1" strike="noStrike">
                <a:solidFill>
                  <a:srgbClr val="1c1c1c"/>
                </a:solidFill>
                <a:latin typeface="Source Sans Pro Light"/>
              </a:rPr>
              <a:t>Sixth Outline Level</a:t>
            </a:r>
            <a:endParaRPr b="0" lang="en-US" sz="1600" spc="-1" strike="noStrike">
              <a:solidFill>
                <a:srgbClr val="1c1c1c"/>
              </a:solidFill>
              <a:latin typeface="Source Sans Pro Light"/>
            </a:endParaRPr>
          </a:p>
          <a:p>
            <a:pPr lvl="6" marL="1728000" indent="0">
              <a:spcAft>
                <a:spcPts val="283"/>
              </a:spcAft>
            </a:pPr>
            <a:r>
              <a:rPr b="0" lang="en-US" sz="1600" spc="-1" strike="noStrike">
                <a:solidFill>
                  <a:srgbClr val="1c1c1c"/>
                </a:solidFill>
                <a:latin typeface="Source Sans Pro Light"/>
              </a:rPr>
              <a:t>Seventh Outline Level</a:t>
            </a:r>
            <a:endParaRPr b="0" lang="en-US" sz="1600" spc="-1" strike="noStrike">
              <a:solidFill>
                <a:srgbClr val="1c1c1c"/>
              </a:solidFill>
              <a:latin typeface="Source Sans Pro Light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4"/>
          </p:nvPr>
        </p:nvSpPr>
        <p:spPr>
          <a:xfrm>
            <a:off x="7560000" y="6840000"/>
            <a:ext cx="234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 anchorCtr="1">
            <a:noAutofit/>
          </a:bodyPr>
          <a:lstStyle>
            <a:lvl1pPr indent="0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&lt;date/time&gt;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5"/>
          </p:nvPr>
        </p:nvSpPr>
        <p:spPr>
          <a:xfrm>
            <a:off x="1080000" y="6840000"/>
            <a:ext cx="324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ctr">
              <a:buNone/>
            </a:pPr>
            <a:r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&lt;footer&gt;</a:t>
            </a:r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180000" y="6840000"/>
            <a:ext cx="540000" cy="5400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1" lang="en-US" sz="1800" spc="-1" strike="noStrike">
                <a:solidFill>
                  <a:srgbClr val="ffffff"/>
                </a:solidFill>
                <a:latin typeface="Source Sans Pro Black"/>
              </a:defRPr>
            </a:lvl1pPr>
          </a:lstStyle>
          <a:p>
            <a:pPr indent="0" algn="r">
              <a:buNone/>
            </a:pPr>
            <a:fld id="{35CD4BB2-1682-49C2-BCF5-0F75BE22C119}" type="slidenum">
              <a:rPr b="1" lang="en-US" sz="1800" spc="-1" strike="noStrike">
                <a:solidFill>
                  <a:srgbClr val="ffffff"/>
                </a:solidFill>
                <a:latin typeface="Source Sans Pro Black"/>
              </a:rPr>
              <a:t>&lt;number&gt;</a:t>
            </a:fld>
            <a:endParaRPr b="1" lang="en-US" sz="1800" spc="-1" strike="noStrike">
              <a:solidFill>
                <a:srgbClr val="ffffff"/>
              </a:solidFill>
              <a:latin typeface="Source Sans Pro Black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60000" y="3330000"/>
            <a:ext cx="93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1" lang="en-US" sz="32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540000" y="4680000"/>
            <a:ext cx="9180000" cy="25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2200" spc="-1" strike="noStrike">
              <a:solidFill>
                <a:srgbClr val="1c1c1c"/>
              </a:solidFill>
              <a:latin typeface="Source Sans Pro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60000" y="360000"/>
            <a:ext cx="9360000" cy="9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indent="0">
              <a:buNone/>
            </a:pPr>
            <a:endParaRPr b="1" lang="en-US" sz="3200" spc="-1" strike="noStrike">
              <a:solidFill>
                <a:srgbClr val="ffffff"/>
              </a:solidFill>
              <a:latin typeface="Source Sans Pro Black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9180000" cy="46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142"/>
              </a:spcAft>
              <a:buNone/>
            </a:pPr>
            <a:endParaRPr b="1" lang="en-US" sz="2600" spc="-1" strike="noStrike">
              <a:solidFill>
                <a:srgbClr val="1c1c1c"/>
              </a:solidFill>
              <a:latin typeface="Source Sans Pro Semibold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074DD4-0100-41FD-9DBC-AF34298D94B0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2026-10-19T16:22:06Z</dcterms:created>
  <dc:creator/>
  <dc:description/>
  <dc:language>en-US</dc:language>
  <cp:lastModifiedBy/>
  <cp:revision>1</cp:revision>
  <dc:subject/>
  <dc:title/>
</cp:coreProperties>
</file>