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jpeg" ContentType="image/jpeg"/>
  <Override PartName="/ppt/media/image2.jpeg" ContentType="image/jpeg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</p:sldIdLst>
  <p:sldSz cx="10080625" cy="7559675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Clean%20Inspir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432000" y="648000"/>
            <a:ext cx="7056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3600" spc="-1" strike="noStrike">
              <a:solidFill>
                <a:srgbClr val="333333"/>
              </a:solidFill>
              <a:latin typeface="League Gothic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504000" y="2095200"/>
            <a:ext cx="88700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2600" spc="-1" strike="noStrike">
              <a:solidFill>
                <a:srgbClr val="000000"/>
              </a:solidFill>
              <a:latin typeface="Cabi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32000" y="648000"/>
            <a:ext cx="7056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3600" spc="-1" strike="noStrike">
              <a:solidFill>
                <a:srgbClr val="333333"/>
              </a:solidFill>
              <a:latin typeface="League Gothic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subTitle"/>
          </p:nvPr>
        </p:nvSpPr>
        <p:spPr>
          <a:xfrm>
            <a:off x="504000" y="2095200"/>
            <a:ext cx="88700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2600" spc="-1" strike="noStrike">
              <a:solidFill>
                <a:srgbClr val="000000"/>
              </a:solidFill>
              <a:latin typeface="Cabi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1CB988-7CB1-4425-8E38-8A5FCD34B07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jpe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jpeg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" descr=""/>
          <p:cNvPicPr/>
          <p:nvPr/>
        </p:nvPicPr>
        <p:blipFill>
          <a:blip r:embed="rId2"/>
          <a:stretch/>
        </p:blipFill>
        <p:spPr>
          <a:xfrm>
            <a:off x="0" y="1440"/>
            <a:ext cx="10080000" cy="755856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360000" y="2265840"/>
            <a:ext cx="8640000" cy="1334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800" spc="-1" strike="noStrike">
                <a:solidFill>
                  <a:srgbClr val="333333"/>
                </a:solidFill>
                <a:latin typeface="League Gothic"/>
              </a:rPr>
              <a:t>CLIQUE PARA EDITAR O FORMATO DO TEXTO DO TÍTULO</a:t>
            </a:r>
            <a:endParaRPr b="0" lang="pt-BR" sz="4800" spc="-1" strike="noStrike">
              <a:solidFill>
                <a:srgbClr val="333333"/>
              </a:solidFill>
              <a:latin typeface="League Gothic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888000" y="4392000"/>
            <a:ext cx="583200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600" spc="-1" strike="noStrike">
                <a:solidFill>
                  <a:srgbClr val="333333"/>
                </a:solidFill>
                <a:latin typeface="League Gothic"/>
              </a:rPr>
              <a:t>Clique para editar o formato do texto da estrutura de tópicos</a:t>
            </a:r>
            <a:endParaRPr b="0" lang="pt-BR" sz="3600" spc="-1" strike="noStrike">
              <a:solidFill>
                <a:srgbClr val="333333"/>
              </a:solidFill>
              <a:latin typeface="League Gothic"/>
            </a:endParaRPr>
          </a:p>
          <a:p>
            <a:pPr lvl="1" marL="864000" indent="0">
              <a:spcAft>
                <a:spcPts val="1134"/>
              </a:spcAft>
              <a:buNone/>
            </a:pPr>
            <a:endParaRPr b="0" lang="pt-BR" sz="3600" spc="-1" strike="noStrike">
              <a:solidFill>
                <a:srgbClr val="333333"/>
              </a:solidFill>
              <a:latin typeface="League Gothic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" descr=""/>
          <p:cNvPicPr/>
          <p:nvPr/>
        </p:nvPicPr>
        <p:blipFill>
          <a:blip r:embed="rId2"/>
          <a:stretch/>
        </p:blipFill>
        <p:spPr>
          <a:xfrm>
            <a:off x="360" y="360"/>
            <a:ext cx="10079640" cy="7559640"/>
          </a:xfrm>
          <a:prstGeom prst="rect">
            <a:avLst/>
          </a:prstGeom>
          <a:ln w="0">
            <a:noFill/>
          </a:ln>
        </p:spPr>
      </p:pic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32000" y="648000"/>
            <a:ext cx="7056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3600" spc="-1" strike="noStrike">
                <a:solidFill>
                  <a:srgbClr val="333333"/>
                </a:solidFill>
                <a:latin typeface="League Gothic"/>
              </a:rPr>
              <a:t>CLIQUE PARA EDITAR O FORMATO DO TEXTO DO TÍTULO</a:t>
            </a:r>
            <a:endParaRPr b="0" lang="pt-BR" sz="3600" spc="-1" strike="noStrike">
              <a:solidFill>
                <a:srgbClr val="333333"/>
              </a:solidFill>
              <a:latin typeface="League Gothic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000" y="2095200"/>
            <a:ext cx="8870040" cy="438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Aft>
                <a:spcPts val="1417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600" spc="-1" strike="noStrike">
                <a:solidFill>
                  <a:srgbClr val="000000"/>
                </a:solidFill>
                <a:latin typeface="Cabin"/>
              </a:rPr>
              <a:t>Clique para editar o formato do texto da estrutura de tópicos</a:t>
            </a:r>
            <a:endParaRPr b="0" lang="pt-BR" sz="2600" spc="-1" strike="noStrike">
              <a:solidFill>
                <a:srgbClr val="000000"/>
              </a:solidFill>
              <a:latin typeface="Cabin"/>
            </a:endParaRPr>
          </a:p>
          <a:p>
            <a:pPr lvl="1" marL="864000" indent="-324000">
              <a:spcAft>
                <a:spcPts val="1134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600" spc="-1" strike="noStrike">
                <a:solidFill>
                  <a:srgbClr val="000000"/>
                </a:solidFill>
                <a:latin typeface="Cabin"/>
              </a:rPr>
              <a:t>2.º Nível da estrutura de tópicos</a:t>
            </a:r>
            <a:endParaRPr b="0" lang="pt-BR" sz="2600" spc="-1" strike="noStrike">
              <a:solidFill>
                <a:srgbClr val="000000"/>
              </a:solidFill>
              <a:latin typeface="Cabin"/>
            </a:endParaRPr>
          </a:p>
          <a:p>
            <a:pPr lvl="2" marL="1296000" indent="-288000">
              <a:spcAft>
                <a:spcPts val="850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600" spc="-1" strike="noStrike">
                <a:solidFill>
                  <a:srgbClr val="000000"/>
                </a:solidFill>
                <a:latin typeface="Cabin"/>
              </a:rPr>
              <a:t>3.º Nível da estrutura de tópicos</a:t>
            </a:r>
            <a:endParaRPr b="0" lang="pt-BR" sz="2600" spc="-1" strike="noStrike">
              <a:solidFill>
                <a:srgbClr val="000000"/>
              </a:solidFill>
              <a:latin typeface="Cabin"/>
            </a:endParaRPr>
          </a:p>
          <a:p>
            <a:pPr lvl="3" marL="1728000" indent="-216000">
              <a:spcAft>
                <a:spcPts val="567"/>
              </a:spcAft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600" spc="-1" strike="noStrike">
                <a:solidFill>
                  <a:srgbClr val="000000"/>
                </a:solidFill>
                <a:latin typeface="Cabin"/>
              </a:rPr>
              <a:t>4.º Nível da estrutura de tópicos</a:t>
            </a:r>
            <a:endParaRPr b="0" lang="pt-BR" sz="2600" spc="-1" strike="noStrike">
              <a:solidFill>
                <a:srgbClr val="000000"/>
              </a:solidFill>
              <a:latin typeface="Cabin"/>
            </a:endParaRPr>
          </a:p>
          <a:p>
            <a:pPr lvl="4" marL="2160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600" spc="-1" strike="noStrike">
                <a:solidFill>
                  <a:srgbClr val="000000"/>
                </a:solidFill>
                <a:latin typeface="Cabin"/>
              </a:rPr>
              <a:t>5.º Nível da estrutura de tópicos</a:t>
            </a:r>
            <a:endParaRPr b="0" lang="pt-BR" sz="2600" spc="-1" strike="noStrike">
              <a:solidFill>
                <a:srgbClr val="000000"/>
              </a:solidFill>
              <a:latin typeface="Cabin"/>
            </a:endParaRPr>
          </a:p>
          <a:p>
            <a:pPr lvl="5" marL="2592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600" spc="-1" strike="noStrike">
                <a:solidFill>
                  <a:srgbClr val="000000"/>
                </a:solidFill>
                <a:latin typeface="Cabin"/>
              </a:rPr>
              <a:t>6.º Nível da estrutura de tópicos</a:t>
            </a:r>
            <a:endParaRPr b="0" lang="pt-BR" sz="2600" spc="-1" strike="noStrike">
              <a:solidFill>
                <a:srgbClr val="000000"/>
              </a:solidFill>
              <a:latin typeface="Cabin"/>
            </a:endParaRPr>
          </a:p>
          <a:p>
            <a:pPr lvl="6" marL="3024000" indent="-216000">
              <a:spcAft>
                <a:spcPts val="283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600" spc="-1" strike="noStrike">
                <a:solidFill>
                  <a:srgbClr val="000000"/>
                </a:solidFill>
                <a:latin typeface="Cabin"/>
              </a:rPr>
              <a:t>7.º Nível da estrutura de tópicos</a:t>
            </a:r>
            <a:endParaRPr b="0" lang="pt-BR" sz="2600" spc="-1" strike="noStrike">
              <a:solidFill>
                <a:srgbClr val="000000"/>
              </a:solidFill>
              <a:latin typeface="Cabin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1"/>
          </p:nvPr>
        </p:nvSpPr>
        <p:spPr>
          <a:xfrm>
            <a:off x="504000" y="655200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2"/>
          </p:nvPr>
        </p:nvSpPr>
        <p:spPr>
          <a:xfrm>
            <a:off x="3447360" y="6552000"/>
            <a:ext cx="319500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3"/>
          </p:nvPr>
        </p:nvSpPr>
        <p:spPr>
          <a:xfrm>
            <a:off x="7227360" y="6534720"/>
            <a:ext cx="2348280" cy="521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8858C06C-9E0B-4495-A4BE-AA7C4BC7F9BD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44000" y="2232000"/>
            <a:ext cx="9071640" cy="126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800" spc="-1" strike="noStrike">
              <a:solidFill>
                <a:srgbClr val="333333"/>
              </a:solidFill>
              <a:latin typeface="League Gothic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subTitle"/>
          </p:nvPr>
        </p:nvSpPr>
        <p:spPr>
          <a:xfrm>
            <a:off x="3888000" y="4392000"/>
            <a:ext cx="5832000" cy="100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Cabi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648000"/>
            <a:ext cx="8424000" cy="648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pt-BR" sz="3600" spc="-1" strike="noStrike">
              <a:solidFill>
                <a:srgbClr val="333333"/>
              </a:solidFill>
              <a:latin typeface="League Gothic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subTitle"/>
          </p:nvPr>
        </p:nvSpPr>
        <p:spPr>
          <a:xfrm>
            <a:off x="504000" y="2095200"/>
            <a:ext cx="8870040" cy="4240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2600" spc="-1" strike="noStrike">
              <a:solidFill>
                <a:srgbClr val="000000"/>
              </a:solidFill>
              <a:latin typeface="Cabi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2026-10-19T16:21:33Z</dcterms:created>
  <dc:creator/>
  <dc:description/>
  <dc:language>en-US</dc:language>
  <cp:lastModifiedBy/>
  <cp:revision>1</cp:revision>
  <dc:subject/>
  <dc:title/>
</cp:coreProperties>
</file>