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880000" y="144000"/>
            <a:ext cx="655200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059" spc="-1" strike="noStrike">
              <a:solidFill>
                <a:srgbClr val="ffffff"/>
              </a:solidFill>
              <a:latin typeface="CentreClaw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ffffff"/>
              </a:solidFill>
              <a:latin typeface="Parisi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F5CE25-8F9A-4E1A-97C4-7A46483C83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382920" cy="6984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880000" y="144000"/>
            <a:ext cx="655200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059" spc="-1" strike="noStrike">
                <a:solidFill>
                  <a:srgbClr val="ffffff"/>
                </a:solidFill>
                <a:latin typeface="CentreClaws"/>
              </a:rPr>
              <a:t>Click to edit the title text format</a:t>
            </a:r>
            <a:endParaRPr b="0" lang="de-DE" sz="4059" spc="-1" strike="noStrike">
              <a:solidFill>
                <a:srgbClr val="ffffff"/>
              </a:solidFill>
              <a:latin typeface="CentreClaw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7"/>
              </a:spcAft>
              <a:buClr>
                <a:srgbClr val="ffffff"/>
              </a:buClr>
              <a:buSzPct val="45000"/>
              <a:buFont typeface="Ubuntu"/>
              <a:buChar char="•"/>
            </a:pPr>
            <a:r>
              <a:rPr b="0" lang="de-DE" sz="2960" spc="-1" strike="noStrike">
                <a:solidFill>
                  <a:srgbClr val="ffffff"/>
                </a:solidFill>
                <a:latin typeface="Parisian"/>
              </a:rPr>
              <a:t>Click to edit the outline text format</a:t>
            </a:r>
            <a:endParaRPr b="0" lang="de-DE" sz="2960" spc="-1" strike="noStrike">
              <a:solidFill>
                <a:srgbClr val="ffffff"/>
              </a:solidFill>
              <a:latin typeface="Parisian"/>
            </a:endParaRPr>
          </a:p>
          <a:p>
            <a:pPr lvl="1" marL="864000" indent="-324000">
              <a:spcAft>
                <a:spcPts val="1046"/>
              </a:spcAft>
              <a:buClr>
                <a:srgbClr val="ffffff"/>
              </a:buClr>
              <a:buSzPct val="75000"/>
              <a:buFont typeface="Ubuntu"/>
              <a:buChar char="•"/>
            </a:pPr>
            <a:r>
              <a:rPr b="0" lang="de-DE" sz="2580" spc="-1" strike="noStrike">
                <a:solidFill>
                  <a:srgbClr val="ffffff"/>
                </a:solidFill>
                <a:latin typeface="Parisian"/>
              </a:rPr>
              <a:t>Second Outline Level</a:t>
            </a:r>
            <a:endParaRPr b="0" lang="de-DE" sz="2580" spc="-1" strike="noStrike">
              <a:solidFill>
                <a:srgbClr val="ffffff"/>
              </a:solidFill>
              <a:latin typeface="Parisian"/>
            </a:endParaRPr>
          </a:p>
          <a:p>
            <a:pPr lvl="2" marL="1296000" indent="-288000">
              <a:spcAft>
                <a:spcPts val="782"/>
              </a:spcAft>
              <a:buClr>
                <a:srgbClr val="ffffff"/>
              </a:buClr>
              <a:buSzPct val="45000"/>
              <a:buFont typeface="Ubuntu"/>
              <a:buChar char="•"/>
            </a:pPr>
            <a:r>
              <a:rPr b="0" lang="de-DE" sz="2220" spc="-1" strike="noStrike">
                <a:solidFill>
                  <a:srgbClr val="ffffff"/>
                </a:solidFill>
                <a:latin typeface="Parisian"/>
              </a:rPr>
              <a:t>Third Outline Level</a:t>
            </a:r>
            <a:endParaRPr b="0" lang="de-DE" sz="2220" spc="-1" strike="noStrike">
              <a:solidFill>
                <a:srgbClr val="ffffff"/>
              </a:solidFill>
              <a:latin typeface="Parisian"/>
            </a:endParaRPr>
          </a:p>
          <a:p>
            <a:pPr lvl="3" marL="1728000" indent="-216000">
              <a:spcAft>
                <a:spcPts val="522"/>
              </a:spcAft>
              <a:buClr>
                <a:srgbClr val="ffffff"/>
              </a:buClr>
              <a:buSzPct val="75000"/>
              <a:buFont typeface="Ubuntu"/>
              <a:buChar char="•"/>
            </a:pPr>
            <a:r>
              <a:rPr b="0" lang="de-DE" sz="1850" spc="-1" strike="noStrike">
                <a:solidFill>
                  <a:srgbClr val="ffffff"/>
                </a:solidFill>
                <a:latin typeface="Parisian"/>
              </a:rPr>
              <a:t>Fourth Outline Level</a:t>
            </a:r>
            <a:endParaRPr b="0" lang="de-DE" sz="1850" spc="-1" strike="noStrike">
              <a:solidFill>
                <a:srgbClr val="ffffff"/>
              </a:solidFill>
              <a:latin typeface="Parisian"/>
            </a:endParaRPr>
          </a:p>
          <a:p>
            <a:pPr lvl="4" marL="2160000" indent="-216000">
              <a:spcAft>
                <a:spcPts val="261"/>
              </a:spcAft>
              <a:buClr>
                <a:srgbClr val="ffffff"/>
              </a:buClr>
              <a:buSzPct val="45000"/>
              <a:buFont typeface="Ubuntu"/>
              <a:buChar char="•"/>
            </a:pPr>
            <a:r>
              <a:rPr b="0" lang="de-DE" sz="1850" spc="-1" strike="noStrike">
                <a:solidFill>
                  <a:srgbClr val="ffffff"/>
                </a:solidFill>
                <a:latin typeface="Parisian"/>
              </a:rPr>
              <a:t>Fifth Outline Level</a:t>
            </a:r>
            <a:endParaRPr b="0" lang="de-DE" sz="1850" spc="-1" strike="noStrike">
              <a:solidFill>
                <a:srgbClr val="ffffff"/>
              </a:solidFill>
              <a:latin typeface="Parisian"/>
            </a:endParaRPr>
          </a:p>
          <a:p>
            <a:pPr lvl="5" marL="2592000" indent="-216000">
              <a:spcAft>
                <a:spcPts val="261"/>
              </a:spcAft>
              <a:buClr>
                <a:srgbClr val="ffffff"/>
              </a:buClr>
              <a:buSzPct val="45000"/>
              <a:buFont typeface="Ubuntu"/>
              <a:buChar char="•"/>
            </a:pPr>
            <a:r>
              <a:rPr b="0" lang="de-DE" sz="1850" spc="-1" strike="noStrike">
                <a:solidFill>
                  <a:srgbClr val="ffffff"/>
                </a:solidFill>
                <a:latin typeface="Parisian"/>
              </a:rPr>
              <a:t>Sixth Outline Level</a:t>
            </a:r>
            <a:endParaRPr b="0" lang="de-DE" sz="1850" spc="-1" strike="noStrike">
              <a:solidFill>
                <a:srgbClr val="ffffff"/>
              </a:solidFill>
              <a:latin typeface="Parisian"/>
            </a:endParaRPr>
          </a:p>
          <a:p>
            <a:pPr lvl="6" marL="3024000" indent="-216000">
              <a:spcAft>
                <a:spcPts val="261"/>
              </a:spcAft>
              <a:buClr>
                <a:srgbClr val="ffffff"/>
              </a:buClr>
              <a:buSzPct val="45000"/>
              <a:buFont typeface="Ubuntu"/>
              <a:buChar char="•"/>
            </a:pPr>
            <a:r>
              <a:rPr b="0" lang="de-DE" sz="1850" spc="-1" strike="noStrike">
                <a:solidFill>
                  <a:srgbClr val="ffffff"/>
                </a:solidFill>
                <a:latin typeface="Parisian"/>
              </a:rPr>
              <a:t>Seventh Outline Level</a:t>
            </a:r>
            <a:endParaRPr b="0" lang="de-DE" sz="1850" spc="-1" strike="noStrike">
              <a:solidFill>
                <a:srgbClr val="ffffff"/>
              </a:solidFill>
              <a:latin typeface="Parisi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ffffff"/>
                </a:solidFill>
                <a:latin typeface="Parisi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ffffff"/>
                </a:solidFill>
                <a:latin typeface="Parisi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4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ffffff"/>
                </a:solidFill>
                <a:latin typeface="Parisi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ffffff"/>
                </a:solidFill>
                <a:latin typeface="Parisi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ffffff"/>
                </a:solidFill>
                <a:latin typeface="Parisian"/>
              </a:defRPr>
            </a:lvl1pPr>
          </a:lstStyle>
          <a:p>
            <a:pPr indent="0" algn="r">
              <a:buNone/>
            </a:pPr>
            <a:fld id="{3757E723-F6B0-4A69-A108-2A64EB19428E}" type="slidenum">
              <a:rPr b="0" lang="de-DE" sz="1400" spc="-1" strike="noStrike">
                <a:solidFill>
                  <a:srgbClr val="ffffff"/>
                </a:solidFill>
                <a:latin typeface="Parisi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880000" y="144000"/>
            <a:ext cx="655200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059" spc="-1" strike="noStrike">
              <a:solidFill>
                <a:srgbClr val="ffffff"/>
              </a:solidFill>
              <a:latin typeface="CentreClaw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ffffff"/>
              </a:solidFill>
              <a:latin typeface="Parisi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2026-10-19T16:21:38Z</dcterms:created>
  <dc:creator/>
  <dc:description/>
  <dc:language>en-US</dc:language>
  <cp:lastModifiedBy/>
  <cp:revision>1</cp:revision>
  <dc:subject/>
  <dc:title/>
</cp:coreProperties>
</file>