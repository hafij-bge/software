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2.png" ContentType="image/png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</p:sldMasterIdLst>
  <p:sldIdLst>
    <p:sldId id="256" r:id="rId4"/>
    <p:sldId id="257" r:id="rId5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仮namikyokus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63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66cc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5118D6-D216-4EF6-9FBB-276921BAADF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仮namikyokus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63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5D5B37-FE90-4CAE-BFD7-2806E278183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仮namikyokuse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63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66cc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C86FC3A-5B75-43B0-90DA-5F5584F63C4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/>
          <a:stretch/>
        </p:blipFill>
        <p:spPr>
          <a:xfrm>
            <a:off x="0" y="738360"/>
            <a:ext cx="10080000" cy="682164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0" y="234108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6699"/>
                </a:solidFill>
                <a:highlight>
                  <a:srgbClr val="ffffff"/>
                </a:highlight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6699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04000" y="4056120"/>
            <a:ext cx="9071640" cy="209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867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993AFCA-345E-4984-A918-B9B1CD3FF17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" descr=""/>
          <p:cNvPicPr/>
          <p:nvPr/>
        </p:nvPicPr>
        <p:blipFill>
          <a:blip r:embed="rId2"/>
          <a:stretch/>
        </p:blipFill>
        <p:spPr>
          <a:xfrm>
            <a:off x="360" y="6621120"/>
            <a:ext cx="10079640" cy="938880"/>
          </a:xfrm>
          <a:prstGeom prst="rect">
            <a:avLst/>
          </a:prstGeom>
          <a:ln w="0">
            <a:noFill/>
          </a:ln>
        </p:spPr>
      </p:pic>
      <p:pic>
        <p:nvPicPr>
          <p:cNvPr id="10" name="" descr=""/>
          <p:cNvPicPr/>
          <p:nvPr/>
        </p:nvPicPr>
        <p:blipFill>
          <a:blip r:embed="rId3"/>
          <a:stretch/>
        </p:blipFill>
        <p:spPr>
          <a:xfrm>
            <a:off x="0" y="0"/>
            <a:ext cx="10079640" cy="938880"/>
          </a:xfrm>
          <a:prstGeom prst="rect">
            <a:avLst/>
          </a:prstGeom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63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200" spc="-1" strike="noStrike">
                <a:solidFill>
                  <a:srgbClr val="ffffff"/>
                </a:solidFill>
                <a:highlight>
                  <a:srgbClr val="ffffff"/>
                </a:highlight>
                <a:latin typeface="Arial"/>
              </a:rPr>
              <a:t>Click to edit the title text format</a:t>
            </a:r>
            <a:endParaRPr b="0" lang="en-US" sz="3200" spc="-1" strike="noStrike">
              <a:solidFill>
                <a:srgbClr val="ffffff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66cc"/>
                </a:solidFill>
                <a:highlight>
                  <a:srgbClr val="ffffff"/>
                </a:highlight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66cc"/>
              </a:solidFill>
              <a:highlight>
                <a:srgbClr val="ffffff"/>
              </a:highlight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66cc"/>
                </a:solidFill>
                <a:highlight>
                  <a:srgbClr val="ffffff"/>
                </a:highlight>
                <a:latin typeface="Arial"/>
              </a:rPr>
              <a:t>Second Outline Level</a:t>
            </a:r>
            <a:endParaRPr b="0" lang="en-US" sz="2800" spc="-1" strike="noStrike">
              <a:solidFill>
                <a:srgbClr val="0066cc"/>
              </a:solidFill>
              <a:highlight>
                <a:srgbClr val="ffffff"/>
              </a:highlight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66cc"/>
                </a:solidFill>
                <a:highlight>
                  <a:srgbClr val="ffffff"/>
                </a:highlight>
                <a:latin typeface="Arial"/>
              </a:rPr>
              <a:t>Third Outline Level</a:t>
            </a:r>
            <a:endParaRPr b="0" lang="en-US" sz="2400" spc="-1" strike="noStrike">
              <a:solidFill>
                <a:srgbClr val="0066cc"/>
              </a:solidFill>
              <a:highlight>
                <a:srgbClr val="ffffff"/>
              </a:highlight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66cc"/>
                </a:solidFill>
                <a:highlight>
                  <a:srgbClr val="ffffff"/>
                </a:highlight>
                <a:latin typeface="Arial"/>
              </a:rPr>
              <a:t>Fourth Outline Level</a:t>
            </a:r>
            <a:endParaRPr b="0" lang="en-US" sz="2000" spc="-1" strike="noStrike">
              <a:solidFill>
                <a:srgbClr val="0066cc"/>
              </a:solidFill>
              <a:highlight>
                <a:srgbClr val="ffffff"/>
              </a:highlight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66cc"/>
                </a:solidFill>
                <a:highlight>
                  <a:srgbClr val="ffffff"/>
                </a:highlight>
                <a:latin typeface="Arial"/>
              </a:rPr>
              <a:t>Fifth Outline Level</a:t>
            </a:r>
            <a:endParaRPr b="0" lang="en-US" sz="2000" spc="-1" strike="noStrike">
              <a:solidFill>
                <a:srgbClr val="0066cc"/>
              </a:solidFill>
              <a:highlight>
                <a:srgbClr val="ffffff"/>
              </a:highlight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66cc"/>
                </a:solidFill>
                <a:highlight>
                  <a:srgbClr val="ffffff"/>
                </a:highlight>
                <a:latin typeface="Arial"/>
              </a:rPr>
              <a:t>Sixth Outline Level</a:t>
            </a:r>
            <a:endParaRPr b="0" lang="en-US" sz="2000" spc="-1" strike="noStrike">
              <a:solidFill>
                <a:srgbClr val="0066cc"/>
              </a:solidFill>
              <a:highlight>
                <a:srgbClr val="ffffff"/>
              </a:highlight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66cc"/>
                </a:solidFill>
                <a:highlight>
                  <a:srgbClr val="ffffff"/>
                </a:highlight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66cc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4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5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6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2A41B03A-3020-4E36-8371-E636DEDEE938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0" y="234108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6699"/>
              </a:solidFill>
              <a:highlight>
                <a:srgbClr val="ffffff"/>
              </a:highlight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63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highlight>
                <a:srgbClr val="ffffff"/>
              </a:highlight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66cc"/>
              </a:solidFill>
              <a:highlight>
                <a:srgbClr val="ffffff"/>
              </a:highlight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2026-10-19T16:21:54Z</dcterms:created>
  <dc:creator/>
  <dc:description/>
  <dc:language>en-US</dc:language>
  <cp:lastModifiedBy/>
  <cp:revision>1</cp:revision>
  <dc:subject/>
  <dc:title/>
</cp:coreProperties>
</file>