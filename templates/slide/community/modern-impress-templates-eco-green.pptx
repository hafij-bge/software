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2FAF2A-7BBC-47D1-95A0-3A0B294715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86122" sy="103346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F0B97FA-AB61-45A3-B56B-B3BAA0BCCAEF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2026-10-19T16:22:12Z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eCO-green</dc:title>
</cp:coreProperties>
</file>