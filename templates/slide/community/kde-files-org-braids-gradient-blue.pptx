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raids-gradient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670EDC-E83D-463E-B4F0-AEEF877044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AC18A78-6FCE-418B-9A3F-45F72F3DD9D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46320"/>
            <a:ext cx="9071640" cy="11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814040"/>
            <a:ext cx="9071640" cy="489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2026-10-19T16:21:32Z</dcterms:created>
  <dc:creator/>
  <dc:description>braids-gradient-blue
Author: v2e
License: CC-BY
Description: A slightly changed "Braids" presentation template for OpenOffice/LibreOffice Impress v.2.0 or higher. The original artwork by orngjce223 is distributed under CC BY license (http://creativecommons.org/licenses/by/3.0/us/) and can be found here: http://templates.services.openoffice.org/en/node/1873.
Website: https://kde-files.org/content/show.php/Braids-gradient-blue?content=138918</dc:description>
  <dc:language>en-US</dc:language>
  <cp:lastModifiedBy/>
  <cp:revision>1</cp:revision>
  <dc:subject/>
  <dc:title/>
</cp:coreProperties>
</file>