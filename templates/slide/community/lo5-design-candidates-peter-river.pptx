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slide1.xml" ContentType="application/vnd.openxmlformats-officedocument.presentationml.slide+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3" r:id="rId4"/>
    <p:sldMasterId id="2147483656" r:id="rId5"/>
    <p:sldMasterId id="2147483658" r:id="rId6"/>
  </p:sldMasterIdLst>
  <p:sldIdLst>
    <p:sldId id="256" r:id="rId7"/>
    <p:sldId id="257" r:id="rId8"/>
    <p:sldId id="258" r:id="rId9"/>
    <p:sldId id="259" r:id="rId10"/>
    <p:sldId id="260" r:id="rId11"/>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eter_river">
    <p:spTree>
      <p:nvGrpSpPr>
        <p:cNvPr id="1" name=""/>
        <p:cNvGrpSpPr/>
        <p:nvPr/>
      </p:nvGrpSpPr>
      <p:grpSpPr>
        <a:xfrm>
          <a:off x="0" y="0"/>
          <a:ext cx="0" cy="0"/>
          <a:chOff x="0" y="0"/>
          <a:chExt cx="0" cy="0"/>
        </a:xfrm>
      </p:grpSpPr>
      <p:sp>
        <p:nvSpPr>
          <p:cNvPr id="5" name="PlaceHolder 1"/>
          <p:cNvSpPr>
            <a:spLocks noGrp="1"/>
          </p:cNvSpPr>
          <p:nvPr>
            <p:ph type="title"/>
          </p:nvPr>
        </p:nvSpPr>
        <p:spPr>
          <a:xfrm>
            <a:off x="720000" y="540000"/>
            <a:ext cx="8891640" cy="4140000"/>
          </a:xfrm>
          <a:prstGeom prst="rect">
            <a:avLst/>
          </a:prstGeom>
          <a:noFill/>
          <a:ln w="0">
            <a:noFill/>
          </a:ln>
        </p:spPr>
        <p:txBody>
          <a:bodyPr lIns="0" rIns="0" tIns="0" bIns="0" anchor="b">
            <a:noAutofit/>
          </a:bodyPr>
          <a:p>
            <a:pPr indent="0">
              <a:buNone/>
            </a:pPr>
            <a:endParaRPr b="1" i="1" lang="en-US" sz="4800" spc="-1" strike="noStrike">
              <a:solidFill>
                <a:srgbClr val="ffffff"/>
              </a:solidFill>
              <a:latin typeface="Source Sans Pro Black"/>
            </a:endParaRPr>
          </a:p>
        </p:txBody>
      </p:sp>
      <p:sp>
        <p:nvSpPr>
          <p:cNvPr id="6" name="PlaceHolder 2"/>
          <p:cNvSpPr>
            <a:spLocks noGrp="1"/>
          </p:cNvSpPr>
          <p:nvPr>
            <p:ph/>
          </p:nvPr>
        </p:nvSpPr>
        <p:spPr>
          <a:xfrm>
            <a:off x="720000" y="4860000"/>
            <a:ext cx="8891640" cy="2340000"/>
          </a:xfrm>
          <a:prstGeom prst="rect">
            <a:avLst/>
          </a:prstGeom>
          <a:noFill/>
          <a:ln w="0">
            <a:noFill/>
          </a:ln>
        </p:spPr>
        <p:txBody>
          <a:bodyPr lIns="0" rIns="0" tIns="0" bIns="0" anchor="t">
            <a:normAutofit/>
          </a:bodyPr>
          <a:p>
            <a:pPr indent="0">
              <a:spcBef>
                <a:spcPts val="1142"/>
              </a:spcBef>
              <a:buNone/>
            </a:pPr>
            <a:endParaRPr b="0" lang="en-US" sz="2600" spc="-1" strike="noStrike">
              <a:solidFill>
                <a:srgbClr val="ffffff"/>
              </a:solidFill>
              <a:latin typeface="Source Sans Pro"/>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3F1DF11-97AE-4B67-BDF8-04437A911FEC}"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eter_river1">
    <p:spTree>
      <p:nvGrpSpPr>
        <p:cNvPr id="1" name=""/>
        <p:cNvGrpSpPr/>
        <p:nvPr/>
      </p:nvGrpSpPr>
      <p:grpSpPr>
        <a:xfrm>
          <a:off x="0" y="0"/>
          <a:ext cx="0" cy="0"/>
          <a:chOff x="0" y="0"/>
          <a:chExt cx="0" cy="0"/>
        </a:xfrm>
      </p:grpSpPr>
      <p:sp>
        <p:nvSpPr>
          <p:cNvPr id="12" name="PlaceHolder 1"/>
          <p:cNvSpPr>
            <a:spLocks noGrp="1"/>
          </p:cNvSpPr>
          <p:nvPr>
            <p:ph type="title"/>
          </p:nvPr>
        </p:nvSpPr>
        <p:spPr>
          <a:xfrm>
            <a:off x="720000" y="540000"/>
            <a:ext cx="8891640" cy="4140000"/>
          </a:xfrm>
          <a:prstGeom prst="rect">
            <a:avLst/>
          </a:prstGeom>
          <a:noFill/>
          <a:ln w="0">
            <a:noFill/>
          </a:ln>
        </p:spPr>
        <p:txBody>
          <a:bodyPr lIns="0" rIns="0" tIns="0" bIns="0" anchor="b">
            <a:noAutofit/>
          </a:bodyPr>
          <a:p>
            <a:pPr indent="0">
              <a:buNone/>
            </a:pPr>
            <a:endParaRPr b="1" i="1" lang="en-US" sz="4800" spc="-1" strike="noStrike">
              <a:solidFill>
                <a:srgbClr val="ffffff"/>
              </a:solidFill>
              <a:latin typeface="Source Sans Pro Black"/>
            </a:endParaRPr>
          </a:p>
        </p:txBody>
      </p:sp>
      <p:sp>
        <p:nvSpPr>
          <p:cNvPr id="13" name="PlaceHolder 2"/>
          <p:cNvSpPr>
            <a:spLocks noGrp="1"/>
          </p:cNvSpPr>
          <p:nvPr>
            <p:ph/>
          </p:nvPr>
        </p:nvSpPr>
        <p:spPr>
          <a:xfrm>
            <a:off x="720000" y="4860000"/>
            <a:ext cx="8891640" cy="2340000"/>
          </a:xfrm>
          <a:prstGeom prst="rect">
            <a:avLst/>
          </a:prstGeom>
          <a:noFill/>
          <a:ln w="0">
            <a:noFill/>
          </a:ln>
        </p:spPr>
        <p:txBody>
          <a:bodyPr lIns="0" rIns="0" tIns="0" bIns="0" anchor="t">
            <a:normAutofit/>
          </a:bodyPr>
          <a:p>
            <a:pPr indent="0">
              <a:spcBef>
                <a:spcPts val="1142"/>
              </a:spcBef>
              <a:buNone/>
            </a:pPr>
            <a:endParaRPr b="0" lang="en-US" sz="2600" spc="-1" strike="noStrike">
              <a:solidFill>
                <a:srgbClr val="ffffff"/>
              </a:solidFill>
              <a:latin typeface="Source Sans Pro"/>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87B32A9-1CC1-4BF6-AE88-6B6A9095B918}"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eter_river1">
    <p:spTree>
      <p:nvGrpSpPr>
        <p:cNvPr id="1" name=""/>
        <p:cNvGrpSpPr/>
        <p:nvPr/>
      </p:nvGrpSpPr>
      <p:grpSpPr>
        <a:xfrm>
          <a:off x="0" y="0"/>
          <a:ext cx="0" cy="0"/>
          <a:chOff x="0" y="0"/>
          <a:chExt cx="0" cy="0"/>
        </a:xfrm>
      </p:grpSpPr>
      <p:sp>
        <p:nvSpPr>
          <p:cNvPr id="14" name="PlaceHolder 1"/>
          <p:cNvSpPr>
            <a:spLocks noGrp="1"/>
          </p:cNvSpPr>
          <p:nvPr>
            <p:ph type="title"/>
          </p:nvPr>
        </p:nvSpPr>
        <p:spPr>
          <a:xfrm>
            <a:off x="720000" y="540000"/>
            <a:ext cx="8891640" cy="4140000"/>
          </a:xfrm>
          <a:prstGeom prst="rect">
            <a:avLst/>
          </a:prstGeom>
          <a:noFill/>
          <a:ln w="0">
            <a:noFill/>
          </a:ln>
        </p:spPr>
        <p:txBody>
          <a:bodyPr lIns="0" rIns="0" tIns="0" bIns="0" anchor="b">
            <a:noAutofit/>
          </a:bodyPr>
          <a:p>
            <a:pPr indent="0">
              <a:buNone/>
            </a:pPr>
            <a:endParaRPr b="1" i="1" lang="en-US" sz="4800" spc="-1" strike="noStrike">
              <a:solidFill>
                <a:srgbClr val="ffffff"/>
              </a:solidFill>
              <a:latin typeface="Source Sans Pro Black"/>
            </a:endParaRPr>
          </a:p>
        </p:txBody>
      </p:sp>
      <p:sp>
        <p:nvSpPr>
          <p:cNvPr id="15" name="PlaceHolder 2"/>
          <p:cNvSpPr>
            <a:spLocks noGrp="1"/>
          </p:cNvSpPr>
          <p:nvPr>
            <p:ph type="subTitle"/>
          </p:nvPr>
        </p:nvSpPr>
        <p:spPr>
          <a:xfrm>
            <a:off x="720000" y="4860000"/>
            <a:ext cx="8891640" cy="2340000"/>
          </a:xfrm>
          <a:prstGeom prst="rect">
            <a:avLst/>
          </a:prstGeom>
          <a:noFill/>
          <a:ln w="0">
            <a:noFill/>
          </a:ln>
        </p:spPr>
        <p:txBody>
          <a:bodyPr lIns="0" rIns="0" tIns="0" bIns="0" anchor="ctr">
            <a:noAutofit/>
          </a:bodyPr>
          <a:p>
            <a:pPr indent="0" algn="ctr">
              <a:buNone/>
            </a:pPr>
            <a:endParaRPr b="0" lang="en-US" sz="2600" spc="-1" strike="noStrike">
              <a:solidFill>
                <a:srgbClr val="ffffff"/>
              </a:solidFill>
              <a:latin typeface="Source Sans Pro"/>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4949F61E-3055-45DE-BA56-34BDE2910F56}"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eter_river2">
    <p:spTree>
      <p:nvGrpSpPr>
        <p:cNvPr id="1" name=""/>
        <p:cNvGrpSpPr/>
        <p:nvPr/>
      </p:nvGrpSpPr>
      <p:grpSpPr>
        <a:xfrm>
          <a:off x="0" y="0"/>
          <a:ext cx="0" cy="0"/>
          <a:chOff x="0" y="0"/>
          <a:chExt cx="0" cy="0"/>
        </a:xfrm>
      </p:grpSpPr>
      <p:sp>
        <p:nvSpPr>
          <p:cNvPr id="21" name="PlaceHolder 1"/>
          <p:cNvSpPr>
            <a:spLocks noGrp="1"/>
          </p:cNvSpPr>
          <p:nvPr>
            <p:ph type="title"/>
          </p:nvPr>
        </p:nvSpPr>
        <p:spPr>
          <a:xfrm>
            <a:off x="720000" y="540000"/>
            <a:ext cx="8891640" cy="4140000"/>
          </a:xfrm>
          <a:prstGeom prst="rect">
            <a:avLst/>
          </a:prstGeom>
          <a:noFill/>
          <a:ln w="0">
            <a:noFill/>
          </a:ln>
        </p:spPr>
        <p:txBody>
          <a:bodyPr lIns="0" rIns="0" tIns="0" bIns="0" anchor="b">
            <a:noAutofit/>
          </a:bodyPr>
          <a:p>
            <a:pPr indent="0">
              <a:buNone/>
            </a:pPr>
            <a:endParaRPr b="1" i="1" lang="en-US" sz="4800" spc="-1" strike="noStrike">
              <a:solidFill>
                <a:srgbClr val="ffffff"/>
              </a:solidFill>
              <a:latin typeface="Source Sans Pro Black"/>
            </a:endParaRPr>
          </a:p>
        </p:txBody>
      </p:sp>
      <p:sp>
        <p:nvSpPr>
          <p:cNvPr id="22" name="PlaceHolder 2"/>
          <p:cNvSpPr>
            <a:spLocks noGrp="1"/>
          </p:cNvSpPr>
          <p:nvPr>
            <p:ph/>
          </p:nvPr>
        </p:nvSpPr>
        <p:spPr>
          <a:xfrm>
            <a:off x="720000" y="4860000"/>
            <a:ext cx="8891640" cy="2340000"/>
          </a:xfrm>
          <a:prstGeom prst="rect">
            <a:avLst/>
          </a:prstGeom>
          <a:noFill/>
          <a:ln w="0">
            <a:noFill/>
          </a:ln>
        </p:spPr>
        <p:txBody>
          <a:bodyPr lIns="0" rIns="0" tIns="0" bIns="0" anchor="t">
            <a:normAutofit/>
          </a:bodyPr>
          <a:p>
            <a:pPr indent="0">
              <a:spcBef>
                <a:spcPts val="1142"/>
              </a:spcBef>
              <a:buNone/>
            </a:pPr>
            <a:endParaRPr b="0" lang="en-US" sz="2600" spc="-1" strike="noStrike">
              <a:solidFill>
                <a:srgbClr val="ffffff"/>
              </a:solidFill>
              <a:latin typeface="Source Sans Pro"/>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E4A4582C-A6C5-4211-9F84-2AFEAF6315D8}"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eter_river2">
    <p:spTree>
      <p:nvGrpSpPr>
        <p:cNvPr id="1" name=""/>
        <p:cNvGrpSpPr/>
        <p:nvPr/>
      </p:nvGrpSpPr>
      <p:grpSpPr>
        <a:xfrm>
          <a:off x="0" y="0"/>
          <a:ext cx="0" cy="0"/>
          <a:chOff x="0" y="0"/>
          <a:chExt cx="0" cy="0"/>
        </a:xfrm>
      </p:grpSpPr>
      <p:sp>
        <p:nvSpPr>
          <p:cNvPr id="23" name="PlaceHolder 1"/>
          <p:cNvSpPr>
            <a:spLocks noGrp="1"/>
          </p:cNvSpPr>
          <p:nvPr>
            <p:ph type="title"/>
          </p:nvPr>
        </p:nvSpPr>
        <p:spPr>
          <a:xfrm>
            <a:off x="720000" y="540000"/>
            <a:ext cx="8891640" cy="4140000"/>
          </a:xfrm>
          <a:prstGeom prst="rect">
            <a:avLst/>
          </a:prstGeom>
          <a:noFill/>
          <a:ln w="0">
            <a:noFill/>
          </a:ln>
        </p:spPr>
        <p:txBody>
          <a:bodyPr lIns="0" rIns="0" tIns="0" bIns="0" anchor="b">
            <a:noAutofit/>
          </a:bodyPr>
          <a:p>
            <a:pPr indent="0">
              <a:buNone/>
            </a:pPr>
            <a:endParaRPr b="1" i="1" lang="en-US" sz="4800" spc="-1" strike="noStrike">
              <a:solidFill>
                <a:srgbClr val="ffffff"/>
              </a:solidFill>
              <a:latin typeface="Source Sans Pro Black"/>
            </a:endParaRPr>
          </a:p>
        </p:txBody>
      </p:sp>
      <p:sp>
        <p:nvSpPr>
          <p:cNvPr id="24" name="PlaceHolder 2"/>
          <p:cNvSpPr>
            <a:spLocks noGrp="1"/>
          </p:cNvSpPr>
          <p:nvPr>
            <p:ph type="subTitle"/>
          </p:nvPr>
        </p:nvSpPr>
        <p:spPr>
          <a:xfrm>
            <a:off x="720000" y="4860000"/>
            <a:ext cx="8891640" cy="2340000"/>
          </a:xfrm>
          <a:prstGeom prst="rect">
            <a:avLst/>
          </a:prstGeom>
          <a:noFill/>
          <a:ln w="0">
            <a:noFill/>
          </a:ln>
        </p:spPr>
        <p:txBody>
          <a:bodyPr lIns="0" rIns="0" tIns="0" bIns="0" anchor="ctr">
            <a:noAutofit/>
          </a:bodyPr>
          <a:p>
            <a:pPr indent="0" algn="ctr">
              <a:buNone/>
            </a:pPr>
            <a:endParaRPr b="0" lang="en-US" sz="2600" spc="-1" strike="noStrike">
              <a:solidFill>
                <a:srgbClr val="ffffff"/>
              </a:solidFill>
              <a:latin typeface="Source Sans Pro"/>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B757FD38-6B10-4589-A22D-89F2EC65FCF3}"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eter_river3">
    <p:spTree>
      <p:nvGrpSpPr>
        <p:cNvPr id="1" name=""/>
        <p:cNvGrpSpPr/>
        <p:nvPr/>
      </p:nvGrpSpPr>
      <p:grpSpPr>
        <a:xfrm>
          <a:off x="0" y="0"/>
          <a:ext cx="0" cy="0"/>
          <a:chOff x="0" y="0"/>
          <a:chExt cx="0" cy="0"/>
        </a:xfrm>
      </p:grpSpPr>
      <p:sp>
        <p:nvSpPr>
          <p:cNvPr id="30" name="PlaceHolder 1"/>
          <p:cNvSpPr>
            <a:spLocks noGrp="1"/>
          </p:cNvSpPr>
          <p:nvPr>
            <p:ph type="title"/>
          </p:nvPr>
        </p:nvSpPr>
        <p:spPr>
          <a:xfrm>
            <a:off x="720000" y="540000"/>
            <a:ext cx="8891640" cy="4140000"/>
          </a:xfrm>
          <a:prstGeom prst="rect">
            <a:avLst/>
          </a:prstGeom>
          <a:noFill/>
          <a:ln w="0">
            <a:noFill/>
          </a:ln>
        </p:spPr>
        <p:txBody>
          <a:bodyPr lIns="0" rIns="0" tIns="0" bIns="0" anchor="b">
            <a:noAutofit/>
          </a:bodyPr>
          <a:p>
            <a:pPr indent="0">
              <a:buNone/>
            </a:pPr>
            <a:endParaRPr b="1" i="1" lang="en-US" sz="4800" spc="-1" strike="noStrike">
              <a:solidFill>
                <a:srgbClr val="ffffff"/>
              </a:solidFill>
              <a:latin typeface="Source Sans Pro Black"/>
            </a:endParaRPr>
          </a:p>
        </p:txBody>
      </p:sp>
      <p:sp>
        <p:nvSpPr>
          <p:cNvPr id="31" name="PlaceHolder 2"/>
          <p:cNvSpPr>
            <a:spLocks noGrp="1"/>
          </p:cNvSpPr>
          <p:nvPr>
            <p:ph/>
          </p:nvPr>
        </p:nvSpPr>
        <p:spPr>
          <a:xfrm>
            <a:off x="720000" y="4860000"/>
            <a:ext cx="8891640" cy="2340000"/>
          </a:xfrm>
          <a:prstGeom prst="rect">
            <a:avLst/>
          </a:prstGeom>
          <a:noFill/>
          <a:ln w="0">
            <a:noFill/>
          </a:ln>
        </p:spPr>
        <p:txBody>
          <a:bodyPr lIns="0" rIns="0" tIns="0" bIns="0" anchor="t">
            <a:normAutofit/>
          </a:bodyPr>
          <a:p>
            <a:pPr indent="0">
              <a:spcBef>
                <a:spcPts val="1142"/>
              </a:spcBef>
              <a:buNone/>
            </a:pPr>
            <a:endParaRPr b="0" lang="en-US" sz="2600" spc="-1" strike="noStrike">
              <a:solidFill>
                <a:srgbClr val="ffffff"/>
              </a:solidFill>
              <a:latin typeface="Source Sans Pro"/>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58F0F467-5F7C-4C76-8D47-210E408A0CD8}"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eter_river4">
    <p:spTree>
      <p:nvGrpSpPr>
        <p:cNvPr id="1" name=""/>
        <p:cNvGrpSpPr/>
        <p:nvPr/>
      </p:nvGrpSpPr>
      <p:grpSpPr>
        <a:xfrm>
          <a:off x="0" y="0"/>
          <a:ext cx="0" cy="0"/>
          <a:chOff x="0" y="0"/>
          <a:chExt cx="0" cy="0"/>
        </a:xfrm>
      </p:grpSpPr>
      <p:sp>
        <p:nvSpPr>
          <p:cNvPr id="37" name="PlaceHolder 1"/>
          <p:cNvSpPr>
            <a:spLocks noGrp="1"/>
          </p:cNvSpPr>
          <p:nvPr>
            <p:ph type="title"/>
          </p:nvPr>
        </p:nvSpPr>
        <p:spPr>
          <a:xfrm>
            <a:off x="720000" y="540000"/>
            <a:ext cx="8891640" cy="4140000"/>
          </a:xfrm>
          <a:prstGeom prst="rect">
            <a:avLst/>
          </a:prstGeom>
          <a:noFill/>
          <a:ln w="0">
            <a:noFill/>
          </a:ln>
        </p:spPr>
        <p:txBody>
          <a:bodyPr lIns="0" rIns="0" tIns="0" bIns="0" anchor="b">
            <a:noAutofit/>
          </a:bodyPr>
          <a:p>
            <a:pPr indent="0">
              <a:buNone/>
            </a:pPr>
            <a:endParaRPr b="1" i="1" lang="en-US" sz="4800" spc="-1" strike="noStrike">
              <a:solidFill>
                <a:srgbClr val="ffffff"/>
              </a:solidFill>
              <a:latin typeface="Source Sans Pro Black"/>
            </a:endParaRPr>
          </a:p>
        </p:txBody>
      </p:sp>
      <p:sp>
        <p:nvSpPr>
          <p:cNvPr id="38" name="PlaceHolder 2"/>
          <p:cNvSpPr>
            <a:spLocks noGrp="1"/>
          </p:cNvSpPr>
          <p:nvPr>
            <p:ph/>
          </p:nvPr>
        </p:nvSpPr>
        <p:spPr>
          <a:xfrm>
            <a:off x="720000" y="4860000"/>
            <a:ext cx="8891640" cy="2340000"/>
          </a:xfrm>
          <a:prstGeom prst="rect">
            <a:avLst/>
          </a:prstGeom>
          <a:noFill/>
          <a:ln w="0">
            <a:noFill/>
          </a:ln>
        </p:spPr>
        <p:txBody>
          <a:bodyPr lIns="0" rIns="0" tIns="0" bIns="0" anchor="t">
            <a:normAutofit/>
          </a:bodyPr>
          <a:p>
            <a:pPr indent="0">
              <a:spcBef>
                <a:spcPts val="1142"/>
              </a:spcBef>
              <a:buNone/>
            </a:pPr>
            <a:endParaRPr b="0" lang="en-US" sz="2600" spc="-1" strike="noStrike">
              <a:solidFill>
                <a:srgbClr val="ffffff"/>
              </a:solidFill>
              <a:latin typeface="Source Sans Pro"/>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AD59471-5098-4868-B63B-BC09EFC3629B}" type="slidenum">
              <a:t>&lt;#&gt;</a:t>
            </a:fld>
          </a:p>
        </p:txBody>
      </p:sp>
      <p:sp>
        <p:nvSpPr>
          <p:cNvPr id="6" name="PlaceHolder 5"/>
          <p:cNvSpPr>
            <a:spLocks noGrp="1"/>
          </p:cNvSpPr>
          <p:nvPr>
            <p:ph type="dt" idx="1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 Id="rId3" Type="http://schemas.openxmlformats.org/officeDocument/2006/relationships/slideLayout" Target="../slideLayouts/slideLayout5.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6.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498db"/>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360000"/>
            <a:ext cx="9071640" cy="1262160"/>
          </a:xfrm>
          <a:prstGeom prst="rect">
            <a:avLst/>
          </a:prstGeom>
          <a:noFill/>
          <a:ln w="0">
            <a:noFill/>
          </a:ln>
        </p:spPr>
        <p:txBody>
          <a:bodyPr lIns="0" rIns="0" tIns="0" bIns="0" anchor="ctr">
            <a:noAutofit/>
          </a:bodyPr>
          <a:p>
            <a:pPr indent="0">
              <a:buNone/>
            </a:pPr>
            <a:r>
              <a:rPr b="1" i="1" lang="en-US" sz="4800" spc="-1" strike="noStrike">
                <a:solidFill>
                  <a:srgbClr val="ffffff"/>
                </a:solidFill>
                <a:latin typeface="Source Sans Pro Black"/>
              </a:rPr>
              <a:t>Click to edit the title text format</a:t>
            </a:r>
            <a:endParaRPr b="1" i="1" lang="en-US" sz="4800" spc="-1" strike="noStrike">
              <a:solidFill>
                <a:srgbClr val="ffffff"/>
              </a:solidFill>
              <a:latin typeface="Source Sans Pro Black"/>
            </a:endParaRPr>
          </a:p>
        </p:txBody>
      </p:sp>
      <p:sp>
        <p:nvSpPr>
          <p:cNvPr id="1" name="PlaceHolder 2"/>
          <p:cNvSpPr>
            <a:spLocks noGrp="1"/>
          </p:cNvSpPr>
          <p:nvPr>
            <p:ph type="body"/>
          </p:nvPr>
        </p:nvSpPr>
        <p:spPr>
          <a:xfrm>
            <a:off x="540000" y="1915560"/>
            <a:ext cx="9071640" cy="4924440"/>
          </a:xfrm>
          <a:prstGeom prst="rect">
            <a:avLst/>
          </a:prstGeom>
          <a:noFill/>
          <a:ln w="0">
            <a:noFill/>
          </a:ln>
        </p:spPr>
        <p:txBody>
          <a:bodyPr lIns="0" rIns="0" tIns="0" bIns="0" anchor="t">
            <a:normAutofit/>
          </a:bodyPr>
          <a:p>
            <a:pPr marL="396000" indent="-288000">
              <a:spcBef>
                <a:spcPts val="1409"/>
              </a:spcBef>
              <a:buClr>
                <a:srgbClr val="ffffff"/>
              </a:buClr>
              <a:buSzPct val="45000"/>
              <a:buFont typeface="Wingdings" charset="2"/>
              <a:buChar char=""/>
            </a:pPr>
            <a:r>
              <a:rPr b="1" lang="ja-JP" sz="3200" spc="-1" strike="noStrike">
                <a:solidFill>
                  <a:srgbClr val="ffffff"/>
                </a:solidFill>
                <a:latin typeface="Source Sans Pro Black"/>
              </a:rPr>
              <a:t>アウトラインテキストの書式を編集するにはクリックします。</a:t>
            </a:r>
            <a:endParaRPr b="1" lang="en-US" sz="3200" spc="-1" strike="noStrike">
              <a:solidFill>
                <a:srgbClr val="ffffff"/>
              </a:solidFill>
              <a:latin typeface="Source Sans Pro Black"/>
            </a:endParaRPr>
          </a:p>
          <a:p>
            <a:pPr lvl="1" marL="828000" indent="-288000">
              <a:spcBef>
                <a:spcPts val="1134"/>
              </a:spcBef>
              <a:buClr>
                <a:srgbClr val="ffffff"/>
              </a:buClr>
              <a:buSzPct val="45000"/>
              <a:buFont typeface="Wingdings" charset="2"/>
              <a:buChar char=""/>
            </a:pPr>
            <a:r>
              <a:rPr b="0" lang="en-US" sz="2600" spc="-1" strike="noStrike">
                <a:solidFill>
                  <a:srgbClr val="ffffff"/>
                </a:solidFill>
                <a:latin typeface="Source Sans Pro"/>
              </a:rPr>
              <a:t>2</a:t>
            </a:r>
            <a:r>
              <a:rPr b="0" lang="ja-JP" sz="2600" spc="-1" strike="noStrike">
                <a:solidFill>
                  <a:srgbClr val="ffffff"/>
                </a:solidFill>
                <a:latin typeface="Source Sans Pro"/>
              </a:rPr>
              <a:t>レベル目のアウトライン</a:t>
            </a:r>
            <a:endParaRPr b="0" lang="en-US" sz="2600" spc="-1" strike="noStrike">
              <a:solidFill>
                <a:srgbClr val="ffffff"/>
              </a:solidFill>
              <a:latin typeface="Source Sans Pro"/>
            </a:endParaRPr>
          </a:p>
          <a:p>
            <a:pPr lvl="2" marL="1296000" indent="-288000">
              <a:spcBef>
                <a:spcPts val="850"/>
              </a:spcBef>
              <a:buClr>
                <a:srgbClr val="ffffff"/>
              </a:buClr>
              <a:buSzPct val="45000"/>
              <a:buFont typeface="Wingdings" charset="2"/>
              <a:buChar char=""/>
            </a:pPr>
            <a:r>
              <a:rPr b="0" lang="en-US" sz="2200" spc="-1" strike="noStrike">
                <a:solidFill>
                  <a:srgbClr val="ffffff"/>
                </a:solidFill>
                <a:latin typeface="Source Sans Pro"/>
              </a:rPr>
              <a:t>3</a:t>
            </a:r>
            <a:r>
              <a:rPr b="0" lang="ja-JP" sz="2200" spc="-1" strike="noStrike">
                <a:solidFill>
                  <a:srgbClr val="ffffff"/>
                </a:solidFill>
                <a:latin typeface="Source Sans Pro"/>
              </a:rPr>
              <a:t>レベル目のアウトライン</a:t>
            </a:r>
            <a:endParaRPr b="0" lang="en-US" sz="2200" spc="-1" strike="noStrike">
              <a:solidFill>
                <a:srgbClr val="ffffff"/>
              </a:solidFill>
              <a:latin typeface="Source Sans Pro"/>
            </a:endParaRPr>
          </a:p>
          <a:p>
            <a:pPr lvl="3" marL="1800000" indent="-288000">
              <a:spcBef>
                <a:spcPts val="567"/>
              </a:spcBef>
              <a:buClr>
                <a:srgbClr val="ffffff"/>
              </a:buClr>
              <a:buSzPct val="45000"/>
              <a:buFont typeface="Wingdings" charset="2"/>
              <a:buChar char=""/>
            </a:pPr>
            <a:r>
              <a:rPr b="0" lang="en-US" sz="2000" spc="-1" strike="noStrike">
                <a:solidFill>
                  <a:srgbClr val="ffffff"/>
                </a:solidFill>
                <a:latin typeface="Source Sans Pro"/>
              </a:rPr>
              <a:t>4</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4" marL="2232000" indent="-288000">
              <a:spcBef>
                <a:spcPts val="283"/>
              </a:spcBef>
              <a:buClr>
                <a:srgbClr val="ffffff"/>
              </a:buClr>
              <a:buSzPct val="45000"/>
              <a:buFont typeface="Wingdings" charset="2"/>
              <a:buChar char=""/>
            </a:pPr>
            <a:r>
              <a:rPr b="0" lang="en-US" sz="2000" spc="-1" strike="noStrike">
                <a:solidFill>
                  <a:srgbClr val="ffffff"/>
                </a:solidFill>
                <a:latin typeface="Source Sans Pro"/>
              </a:rPr>
              <a:t>5</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5" marL="2664000" indent="-288000">
              <a:spcBef>
                <a:spcPts val="283"/>
              </a:spcBef>
              <a:buClr>
                <a:srgbClr val="ffffff"/>
              </a:buClr>
              <a:buSzPct val="45000"/>
              <a:buFont typeface="Wingdings" charset="2"/>
              <a:buChar char=""/>
            </a:pPr>
            <a:r>
              <a:rPr b="0" lang="en-US" sz="2000" spc="-1" strike="noStrike">
                <a:solidFill>
                  <a:srgbClr val="ffffff"/>
                </a:solidFill>
                <a:latin typeface="Source Sans Pro"/>
              </a:rPr>
              <a:t>6</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6" marL="3096000" indent="-288000">
              <a:spcBef>
                <a:spcPts val="283"/>
              </a:spcBef>
              <a:buClr>
                <a:srgbClr val="ffffff"/>
              </a:buClr>
              <a:buSzPct val="45000"/>
              <a:buFont typeface="Wingdings" charset="2"/>
              <a:buChar char=""/>
            </a:pPr>
            <a:r>
              <a:rPr b="0" lang="en-US" sz="2000" spc="-1" strike="noStrike">
                <a:solidFill>
                  <a:srgbClr val="ffffff"/>
                </a:solidFill>
                <a:latin typeface="Source Sans Pro"/>
              </a:rPr>
              <a:t>7</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p:txBody>
      </p:sp>
      <p:sp>
        <p:nvSpPr>
          <p:cNvPr id="2" name="PlaceHolder 3"/>
          <p:cNvSpPr>
            <a:spLocks noGrp="1"/>
          </p:cNvSpPr>
          <p:nvPr>
            <p:ph type="dt" idx="1"/>
          </p:nvPr>
        </p:nvSpPr>
        <p:spPr>
          <a:xfrm>
            <a:off x="360000" y="7020000"/>
            <a:ext cx="2348280" cy="180000"/>
          </a:xfrm>
          <a:prstGeom prst="rect">
            <a:avLst/>
          </a:prstGeom>
          <a:noFill/>
          <a:ln w="0">
            <a:noFill/>
          </a:ln>
        </p:spPr>
        <p:txBody>
          <a:bodyPr lIns="0" rIns="0" tIns="0" bIns="0" anchor="t">
            <a:noAutofit/>
          </a:bodyPr>
          <a:lstStyle>
            <a:lvl1pPr indent="0">
              <a:buNone/>
              <a:defRPr b="0" i="1" lang="en-US" sz="1400" spc="-1" strike="noStrike">
                <a:solidFill>
                  <a:srgbClr val="ffffff"/>
                </a:solidFill>
                <a:latin typeface="Source Sans Pro"/>
              </a:defRPr>
            </a:lvl1pPr>
          </a:lstStyle>
          <a:p>
            <a:pPr indent="0">
              <a:buNone/>
            </a:pPr>
            <a:r>
              <a:rPr b="0" i="1" lang="en-US" sz="1400" spc="-1" strike="noStrike">
                <a:solidFill>
                  <a:srgbClr val="ffffff"/>
                </a:solidFill>
                <a:latin typeface="Source Sans Pro"/>
              </a:rPr>
              <a:t>&lt;date/time&gt;</a:t>
            </a:r>
            <a:endParaRPr b="0" lang="en-US" sz="1400" spc="-1" strike="noStrike">
              <a:solidFill>
                <a:srgbClr val="ffffff"/>
              </a:solidFill>
              <a:latin typeface="Source Sans Pro"/>
            </a:endParaRPr>
          </a:p>
        </p:txBody>
      </p:sp>
      <p:sp>
        <p:nvSpPr>
          <p:cNvPr id="3" name="PlaceHolder 4"/>
          <p:cNvSpPr>
            <a:spLocks noGrp="1"/>
          </p:cNvSpPr>
          <p:nvPr>
            <p:ph type="ftr" idx="2"/>
          </p:nvPr>
        </p:nvSpPr>
        <p:spPr>
          <a:xfrm>
            <a:off x="3442680" y="7020000"/>
            <a:ext cx="3195000" cy="180000"/>
          </a:xfrm>
          <a:prstGeom prst="rect">
            <a:avLst/>
          </a:prstGeom>
          <a:noFill/>
          <a:ln w="0">
            <a:noFill/>
          </a:ln>
        </p:spPr>
        <p:txBody>
          <a:bodyPr lIns="0" rIns="0" tIns="0" bIns="0" anchor="t">
            <a:noAutofit/>
          </a:bodyPr>
          <a:lstStyle>
            <a:lvl1pPr indent="0" algn="ctr">
              <a:buNone/>
              <a:defRPr b="0" i="1" lang="en-US" sz="1400" spc="-1" strike="noStrike">
                <a:solidFill>
                  <a:srgbClr val="ffffff"/>
                </a:solidFill>
                <a:latin typeface="Source Sans Pro"/>
              </a:defRPr>
            </a:lvl1pPr>
          </a:lstStyle>
          <a:p>
            <a:pPr indent="0" algn="ctr">
              <a:buNone/>
            </a:pPr>
            <a:r>
              <a:rPr b="0" i="1" lang="en-US" sz="1400" spc="-1" strike="noStrike">
                <a:solidFill>
                  <a:srgbClr val="ffffff"/>
                </a:solidFill>
                <a:latin typeface="Source Sans Pro"/>
              </a:rPr>
              <a:t>&lt;footer&gt;</a:t>
            </a:r>
            <a:endParaRPr b="0" lang="en-US" sz="1400" spc="-1" strike="noStrike">
              <a:solidFill>
                <a:srgbClr val="ffffff"/>
              </a:solidFill>
              <a:latin typeface="Source Sans Pro"/>
            </a:endParaRPr>
          </a:p>
        </p:txBody>
      </p:sp>
      <p:sp>
        <p:nvSpPr>
          <p:cNvPr id="4" name="PlaceHolder 5"/>
          <p:cNvSpPr>
            <a:spLocks noGrp="1"/>
          </p:cNvSpPr>
          <p:nvPr>
            <p:ph type="sldNum" idx="3"/>
          </p:nvPr>
        </p:nvSpPr>
        <p:spPr>
          <a:xfrm>
            <a:off x="7380000" y="6876000"/>
            <a:ext cx="2348280" cy="180000"/>
          </a:xfrm>
          <a:prstGeom prst="rect">
            <a:avLst/>
          </a:prstGeom>
          <a:noFill/>
          <a:ln w="0">
            <a:noFill/>
          </a:ln>
        </p:spPr>
        <p:txBody>
          <a:bodyPr lIns="0" rIns="0" tIns="0" bIns="0" anchor="ctr" anchorCtr="1">
            <a:noAutofit/>
          </a:bodyPr>
          <a:lstStyle>
            <a:lvl1pPr indent="0" algn="r">
              <a:buNone/>
              <a:defRPr b="1" i="1" lang="en-US" sz="2400" spc="-1" strike="noStrike">
                <a:solidFill>
                  <a:srgbClr val="ffffff"/>
                </a:solidFill>
                <a:latin typeface="Source Sans Pro Black"/>
              </a:defRPr>
            </a:lvl1pPr>
          </a:lstStyle>
          <a:p>
            <a:pPr indent="0" algn="r">
              <a:buNone/>
            </a:pPr>
            <a:fld id="{C1BC197A-7895-4BAD-BAD4-491DF25174C1}" type="slidenum">
              <a:rPr b="1" i="1" lang="en-US" sz="2400" spc="-1" strike="noStrike">
                <a:solidFill>
                  <a:srgbClr val="ffffff"/>
                </a:solidFill>
                <a:latin typeface="Source Sans Pro Black"/>
              </a:rPr>
              <a:t>&lt;number&gt;</a:t>
            </a:fld>
            <a:endParaRPr b="0" lang="en-US" sz="2400" spc="-1" strike="noStrike">
              <a:solidFill>
                <a:srgbClr val="ffffff"/>
              </a:solidFill>
              <a:latin typeface="Source Sans Pro"/>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498db"/>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540000" y="540000"/>
            <a:ext cx="9071640" cy="4140000"/>
          </a:xfrm>
          <a:prstGeom prst="rect">
            <a:avLst/>
          </a:prstGeom>
          <a:noFill/>
          <a:ln w="0">
            <a:noFill/>
          </a:ln>
        </p:spPr>
        <p:txBody>
          <a:bodyPr lIns="0" rIns="0" tIns="0" bIns="0" anchor="b" anchorCtr="1">
            <a:noAutofit/>
          </a:bodyPr>
          <a:p>
            <a:pPr indent="0" algn="ctr">
              <a:buNone/>
            </a:pPr>
            <a:r>
              <a:rPr b="1" i="1" lang="ja-JP" sz="4800" spc="-1" strike="noStrike">
                <a:solidFill>
                  <a:srgbClr val="ffffff"/>
                </a:solidFill>
                <a:latin typeface="Source Sans Pro Black"/>
              </a:rPr>
              <a:t>タイトルテキストの書式を編集するにはクリックします。</a:t>
            </a:r>
            <a:endParaRPr b="1" i="1" lang="en-US" sz="4800" spc="-1" strike="noStrike">
              <a:solidFill>
                <a:srgbClr val="ffffff"/>
              </a:solidFill>
              <a:latin typeface="Source Sans Pro Black"/>
            </a:endParaRPr>
          </a:p>
        </p:txBody>
      </p:sp>
      <p:sp>
        <p:nvSpPr>
          <p:cNvPr id="8" name="PlaceHolder 2"/>
          <p:cNvSpPr>
            <a:spLocks noGrp="1"/>
          </p:cNvSpPr>
          <p:nvPr>
            <p:ph type="body"/>
          </p:nvPr>
        </p:nvSpPr>
        <p:spPr>
          <a:xfrm>
            <a:off x="540000" y="4975560"/>
            <a:ext cx="9071640" cy="1684440"/>
          </a:xfrm>
          <a:prstGeom prst="rect">
            <a:avLst/>
          </a:prstGeom>
          <a:noFill/>
          <a:ln w="0">
            <a:noFill/>
          </a:ln>
        </p:spPr>
        <p:txBody>
          <a:bodyPr lIns="0" rIns="0" tIns="0" bIns="0" anchor="t">
            <a:noAutofit/>
          </a:bodyPr>
          <a:p>
            <a:pPr marL="396000" indent="-288000">
              <a:spcBef>
                <a:spcPts val="1587"/>
              </a:spcBef>
              <a:buClr>
                <a:srgbClr val="ffffff"/>
              </a:buClr>
              <a:buSzPct val="45000"/>
              <a:buFont typeface="Wingdings" charset="2"/>
              <a:buChar char=""/>
            </a:pPr>
            <a:r>
              <a:rPr b="1" lang="ja-JP" sz="3600" spc="-1" strike="noStrike">
                <a:solidFill>
                  <a:srgbClr val="ffffff"/>
                </a:solidFill>
                <a:latin typeface="Source Sans Pro Black"/>
              </a:rPr>
              <a:t>アウトラインテキストの書式を編集するにはクリックします。</a:t>
            </a:r>
            <a:endParaRPr b="1" lang="en-US" sz="3600" spc="-1" strike="noStrike">
              <a:solidFill>
                <a:srgbClr val="ffffff"/>
              </a:solidFill>
              <a:latin typeface="Source Sans Pro Black"/>
            </a:endParaRPr>
          </a:p>
          <a:p>
            <a:pPr lvl="1" marL="828000" indent="-288000">
              <a:spcBef>
                <a:spcPts val="1134"/>
              </a:spcBef>
              <a:buClr>
                <a:srgbClr val="ffffff"/>
              </a:buClr>
              <a:buSzPct val="45000"/>
              <a:buFont typeface="Wingdings" charset="2"/>
              <a:buChar char=""/>
            </a:pPr>
            <a:r>
              <a:rPr b="0" lang="en-US" sz="2800" spc="-1" strike="noStrike">
                <a:solidFill>
                  <a:srgbClr val="ffffff"/>
                </a:solidFill>
                <a:latin typeface="Source Sans Pro"/>
              </a:rPr>
              <a:t>2</a:t>
            </a:r>
            <a:r>
              <a:rPr b="0" lang="ja-JP" sz="2800" spc="-1" strike="noStrike">
                <a:solidFill>
                  <a:srgbClr val="ffffff"/>
                </a:solidFill>
                <a:latin typeface="Source Sans Pro"/>
              </a:rPr>
              <a:t>レベル目のアウトライン</a:t>
            </a:r>
            <a:endParaRPr b="0" lang="en-US" sz="2800" spc="-1" strike="noStrike">
              <a:solidFill>
                <a:srgbClr val="ffffff"/>
              </a:solidFill>
              <a:latin typeface="Source Sans Pro"/>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Source Sans Pro"/>
              </a:rPr>
              <a:t>3</a:t>
            </a:r>
            <a:r>
              <a:rPr b="0" lang="ja-JP" sz="2400" spc="-1" strike="noStrike">
                <a:solidFill>
                  <a:srgbClr val="ffffff"/>
                </a:solidFill>
                <a:latin typeface="Source Sans Pro"/>
              </a:rPr>
              <a:t>レベル目のアウトライン</a:t>
            </a:r>
            <a:endParaRPr b="0" lang="en-US" sz="2400" spc="-1" strike="noStrike">
              <a:solidFill>
                <a:srgbClr val="ffffff"/>
              </a:solidFill>
              <a:latin typeface="Source Sans Pro"/>
            </a:endParaRPr>
          </a:p>
          <a:p>
            <a:pPr lvl="3" marL="1800000" indent="-288000">
              <a:spcBef>
                <a:spcPts val="567"/>
              </a:spcBef>
              <a:buClr>
                <a:srgbClr val="ffffff"/>
              </a:buClr>
              <a:buSzPct val="45000"/>
              <a:buFont typeface="Wingdings" charset="2"/>
              <a:buChar char=""/>
            </a:pPr>
            <a:r>
              <a:rPr b="0" lang="en-US" sz="2000" spc="-1" strike="noStrike">
                <a:solidFill>
                  <a:srgbClr val="ffffff"/>
                </a:solidFill>
                <a:latin typeface="Source Sans Pro"/>
              </a:rPr>
              <a:t>4</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4" marL="2232000" indent="-288000">
              <a:spcBef>
                <a:spcPts val="283"/>
              </a:spcBef>
              <a:buClr>
                <a:srgbClr val="ffffff"/>
              </a:buClr>
              <a:buSzPct val="45000"/>
              <a:buFont typeface="Wingdings" charset="2"/>
              <a:buChar char=""/>
            </a:pPr>
            <a:r>
              <a:rPr b="0" lang="en-US" sz="2000" spc="-1" strike="noStrike">
                <a:solidFill>
                  <a:srgbClr val="ffffff"/>
                </a:solidFill>
                <a:latin typeface="Source Sans Pro"/>
              </a:rPr>
              <a:t>5</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5" marL="2664000" indent="-288000">
              <a:spcBef>
                <a:spcPts val="283"/>
              </a:spcBef>
              <a:buClr>
                <a:srgbClr val="ffffff"/>
              </a:buClr>
              <a:buSzPct val="45000"/>
              <a:buFont typeface="Wingdings" charset="2"/>
              <a:buChar char=""/>
            </a:pPr>
            <a:r>
              <a:rPr b="0" lang="en-US" sz="2000" spc="-1" strike="noStrike">
                <a:solidFill>
                  <a:srgbClr val="ffffff"/>
                </a:solidFill>
                <a:latin typeface="Source Sans Pro"/>
              </a:rPr>
              <a:t>6</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6" marL="3096000" indent="-288000">
              <a:spcBef>
                <a:spcPts val="283"/>
              </a:spcBef>
              <a:buClr>
                <a:srgbClr val="ffffff"/>
              </a:buClr>
              <a:buSzPct val="45000"/>
              <a:buFont typeface="Wingdings" charset="2"/>
              <a:buChar char=""/>
            </a:pPr>
            <a:r>
              <a:rPr b="0" lang="en-US" sz="2000" spc="-1" strike="noStrike">
                <a:solidFill>
                  <a:srgbClr val="ffffff"/>
                </a:solidFill>
                <a:latin typeface="Source Sans Pro"/>
              </a:rPr>
              <a:t>7</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p:txBody>
      </p:sp>
      <p:sp>
        <p:nvSpPr>
          <p:cNvPr id="9" name="PlaceHolder 3"/>
          <p:cNvSpPr>
            <a:spLocks noGrp="1"/>
          </p:cNvSpPr>
          <p:nvPr>
            <p:ph type="dt" idx="4"/>
          </p:nvPr>
        </p:nvSpPr>
        <p:spPr>
          <a:xfrm>
            <a:off x="360000" y="7020000"/>
            <a:ext cx="2348280" cy="180000"/>
          </a:xfrm>
          <a:prstGeom prst="rect">
            <a:avLst/>
          </a:prstGeom>
          <a:noFill/>
          <a:ln w="0">
            <a:noFill/>
          </a:ln>
        </p:spPr>
        <p:txBody>
          <a:bodyPr lIns="0" rIns="0" tIns="0" bIns="0" anchor="t">
            <a:noAutofit/>
          </a:bodyPr>
          <a:lstStyle>
            <a:lvl1pPr indent="0">
              <a:buNone/>
              <a:defRPr b="0" i="1" lang="en-US" sz="1400" spc="-1" strike="noStrike">
                <a:solidFill>
                  <a:srgbClr val="ffffff"/>
                </a:solidFill>
                <a:latin typeface="Source Sans Pro"/>
              </a:defRPr>
            </a:lvl1pPr>
          </a:lstStyle>
          <a:p>
            <a:pPr indent="0">
              <a:buNone/>
            </a:pPr>
            <a:r>
              <a:rPr b="0" i="1" lang="en-US" sz="1400" spc="-1" strike="noStrike">
                <a:solidFill>
                  <a:srgbClr val="ffffff"/>
                </a:solidFill>
                <a:latin typeface="Source Sans Pro"/>
              </a:rPr>
              <a:t>&lt;date/time&gt;</a:t>
            </a:r>
            <a:endParaRPr b="0" lang="en-US" sz="1400" spc="-1" strike="noStrike">
              <a:solidFill>
                <a:srgbClr val="ffffff"/>
              </a:solidFill>
              <a:latin typeface="Source Sans Pro"/>
            </a:endParaRPr>
          </a:p>
        </p:txBody>
      </p:sp>
      <p:sp>
        <p:nvSpPr>
          <p:cNvPr id="10" name="PlaceHolder 4"/>
          <p:cNvSpPr>
            <a:spLocks noGrp="1"/>
          </p:cNvSpPr>
          <p:nvPr>
            <p:ph type="ftr" idx="5"/>
          </p:nvPr>
        </p:nvSpPr>
        <p:spPr>
          <a:xfrm>
            <a:off x="3442680" y="7020000"/>
            <a:ext cx="3195000" cy="180000"/>
          </a:xfrm>
          <a:prstGeom prst="rect">
            <a:avLst/>
          </a:prstGeom>
          <a:noFill/>
          <a:ln w="0">
            <a:noFill/>
          </a:ln>
        </p:spPr>
        <p:txBody>
          <a:bodyPr lIns="0" rIns="0" tIns="0" bIns="0" anchor="t">
            <a:noAutofit/>
          </a:bodyPr>
          <a:lstStyle>
            <a:lvl1pPr indent="0" algn="ctr">
              <a:buNone/>
              <a:defRPr b="0" i="1" lang="en-US" sz="1400" spc="-1" strike="noStrike">
                <a:solidFill>
                  <a:srgbClr val="ffffff"/>
                </a:solidFill>
                <a:latin typeface="Source Sans Pro"/>
              </a:defRPr>
            </a:lvl1pPr>
          </a:lstStyle>
          <a:p>
            <a:pPr indent="0" algn="ctr">
              <a:buNone/>
            </a:pPr>
            <a:r>
              <a:rPr b="0" i="1" lang="en-US" sz="1400" spc="-1" strike="noStrike">
                <a:solidFill>
                  <a:srgbClr val="ffffff"/>
                </a:solidFill>
                <a:latin typeface="Source Sans Pro"/>
              </a:rPr>
              <a:t>&lt;footer&gt;</a:t>
            </a:r>
            <a:endParaRPr b="0" lang="en-US" sz="1400" spc="-1" strike="noStrike">
              <a:solidFill>
                <a:srgbClr val="ffffff"/>
              </a:solidFill>
              <a:latin typeface="Source Sans Pro"/>
            </a:endParaRPr>
          </a:p>
        </p:txBody>
      </p:sp>
      <p:sp>
        <p:nvSpPr>
          <p:cNvPr id="11" name="PlaceHolder 5"/>
          <p:cNvSpPr>
            <a:spLocks noGrp="1"/>
          </p:cNvSpPr>
          <p:nvPr>
            <p:ph type="sldNum" idx="6"/>
          </p:nvPr>
        </p:nvSpPr>
        <p:spPr>
          <a:xfrm>
            <a:off x="7380000" y="6876000"/>
            <a:ext cx="2348280" cy="180000"/>
          </a:xfrm>
          <a:prstGeom prst="rect">
            <a:avLst/>
          </a:prstGeom>
          <a:noFill/>
          <a:ln w="0">
            <a:noFill/>
          </a:ln>
        </p:spPr>
        <p:txBody>
          <a:bodyPr lIns="0" rIns="0" tIns="0" bIns="0" anchor="ctr" anchorCtr="1">
            <a:noAutofit/>
          </a:bodyPr>
          <a:lstStyle>
            <a:lvl1pPr indent="0" algn="r">
              <a:buNone/>
              <a:defRPr b="1" i="1" lang="en-US" sz="2400" spc="-1" strike="noStrike">
                <a:solidFill>
                  <a:srgbClr val="ffffff"/>
                </a:solidFill>
                <a:latin typeface="Source Sans Pro Black"/>
              </a:defRPr>
            </a:lvl1pPr>
          </a:lstStyle>
          <a:p>
            <a:pPr indent="0" algn="r">
              <a:buNone/>
            </a:pPr>
            <a:fld id="{2B44DBC8-86CE-40ED-9085-F2EC6ABF98DA}" type="slidenum">
              <a:rPr b="1" i="1" lang="en-US" sz="2400" spc="-1" strike="noStrike">
                <a:solidFill>
                  <a:srgbClr val="ffffff"/>
                </a:solidFill>
                <a:latin typeface="Source Sans Pro Black"/>
              </a:rPr>
              <a:t>&lt;number&gt;</a:t>
            </a:fld>
            <a:endParaRPr b="0" lang="en-US" sz="2400" spc="-1" strike="noStrike">
              <a:solidFill>
                <a:srgbClr val="ffffff"/>
              </a:solidFill>
              <a:latin typeface="Source Sans Pro"/>
            </a:endParaRPr>
          </a:p>
        </p:txBody>
      </p:sp>
    </p:spTree>
  </p:cSld>
  <p:clrMap bg1="lt1" bg2="lt2" tx1="dk1" tx2="dk2" accent1="accent1" accent2="accent2" accent3="accent3" accent4="accent4" accent5="accent5" accent6="accent6" hlink="hlink" folHlink="folHlink"/>
  <p:sldLayoutIdLst>
    <p:sldLayoutId id="2147483651" r:id="rId2"/>
    <p:sldLayoutId id="2147483652"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498db"/>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504000" y="540000"/>
            <a:ext cx="5616000" cy="6300000"/>
          </a:xfrm>
          <a:prstGeom prst="rect">
            <a:avLst/>
          </a:prstGeom>
          <a:noFill/>
          <a:ln w="0">
            <a:noFill/>
          </a:ln>
        </p:spPr>
        <p:txBody>
          <a:bodyPr lIns="0" rIns="0" tIns="0" bIns="0" anchor="ctr">
            <a:noAutofit/>
          </a:bodyPr>
          <a:p>
            <a:pPr indent="0">
              <a:buNone/>
            </a:pPr>
            <a:r>
              <a:rPr b="1" i="1" lang="ja-JP" sz="4800" spc="-1" strike="noStrike">
                <a:solidFill>
                  <a:srgbClr val="ffffff"/>
                </a:solidFill>
                <a:latin typeface="Source Sans Pro Black"/>
              </a:rPr>
              <a:t>タイトルテキストの書式を編集するにはクリックします。</a:t>
            </a:r>
            <a:endParaRPr b="1" i="1" lang="en-US" sz="4800" spc="-1" strike="noStrike">
              <a:solidFill>
                <a:srgbClr val="ffffff"/>
              </a:solidFill>
              <a:latin typeface="Source Sans Pro Black"/>
            </a:endParaRPr>
          </a:p>
        </p:txBody>
      </p:sp>
      <p:sp>
        <p:nvSpPr>
          <p:cNvPr id="17" name="PlaceHolder 2"/>
          <p:cNvSpPr>
            <a:spLocks noGrp="1"/>
          </p:cNvSpPr>
          <p:nvPr>
            <p:ph type="body"/>
          </p:nvPr>
        </p:nvSpPr>
        <p:spPr>
          <a:xfrm>
            <a:off x="6300000" y="540000"/>
            <a:ext cx="3311640" cy="6364440"/>
          </a:xfrm>
          <a:prstGeom prst="rect">
            <a:avLst/>
          </a:prstGeom>
          <a:noFill/>
          <a:ln w="0">
            <a:noFill/>
          </a:ln>
        </p:spPr>
        <p:txBody>
          <a:bodyPr lIns="0" rIns="0" tIns="0" bIns="0" anchor="ctr">
            <a:normAutofit fontScale="85929"/>
          </a:bodyPr>
          <a:p>
            <a:pPr marL="396000" indent="0">
              <a:spcBef>
                <a:spcPts val="1409"/>
              </a:spcBef>
            </a:pPr>
            <a:r>
              <a:rPr b="1" lang="ja-JP" sz="3200" spc="-1" strike="noStrike">
                <a:solidFill>
                  <a:srgbClr val="ffffff"/>
                </a:solidFill>
                <a:latin typeface="Source Sans Pro Black"/>
              </a:rPr>
              <a:t>アウトラインテキストの書式を編集するにはクリックします。</a:t>
            </a:r>
            <a:endParaRPr b="1" lang="en-US" sz="3200" spc="-1" strike="noStrike">
              <a:solidFill>
                <a:srgbClr val="ffffff"/>
              </a:solidFill>
              <a:latin typeface="Source Sans Pro Black"/>
            </a:endParaRPr>
          </a:p>
          <a:p>
            <a:pPr lvl="1" marL="828000" indent="0">
              <a:spcBef>
                <a:spcPts val="1134"/>
              </a:spcBef>
            </a:pPr>
            <a:r>
              <a:rPr b="0" lang="en-US" sz="2800" spc="-1" strike="noStrike">
                <a:solidFill>
                  <a:srgbClr val="ffffff"/>
                </a:solidFill>
                <a:latin typeface="Source Sans Pro"/>
              </a:rPr>
              <a:t>2</a:t>
            </a:r>
            <a:r>
              <a:rPr b="0" lang="ja-JP" sz="2800" spc="-1" strike="noStrike">
                <a:solidFill>
                  <a:srgbClr val="ffffff"/>
                </a:solidFill>
                <a:latin typeface="Source Sans Pro"/>
              </a:rPr>
              <a:t>レベル目のアウトライン</a:t>
            </a:r>
            <a:endParaRPr b="0" lang="en-US" sz="2800" spc="-1" strike="noStrike">
              <a:solidFill>
                <a:srgbClr val="ffffff"/>
              </a:solidFill>
              <a:latin typeface="Source Sans Pro"/>
            </a:endParaRPr>
          </a:p>
          <a:p>
            <a:pPr lvl="2" marL="1296000" indent="0">
              <a:spcBef>
                <a:spcPts val="850"/>
              </a:spcBef>
            </a:pPr>
            <a:r>
              <a:rPr b="0" lang="en-US" sz="2400" spc="-1" strike="noStrike">
                <a:solidFill>
                  <a:srgbClr val="ffffff"/>
                </a:solidFill>
                <a:latin typeface="Source Sans Pro"/>
              </a:rPr>
              <a:t>3</a:t>
            </a:r>
            <a:r>
              <a:rPr b="0" lang="ja-JP" sz="2400" spc="-1" strike="noStrike">
                <a:solidFill>
                  <a:srgbClr val="ffffff"/>
                </a:solidFill>
                <a:latin typeface="Source Sans Pro"/>
              </a:rPr>
              <a:t>レベル目のアウトライン</a:t>
            </a:r>
            <a:endParaRPr b="0" lang="en-US" sz="2400" spc="-1" strike="noStrike">
              <a:solidFill>
                <a:srgbClr val="ffffff"/>
              </a:solidFill>
              <a:latin typeface="Source Sans Pro"/>
            </a:endParaRPr>
          </a:p>
          <a:p>
            <a:pPr lvl="3" marL="1800000" indent="0">
              <a:spcBef>
                <a:spcPts val="567"/>
              </a:spcBef>
            </a:pPr>
            <a:r>
              <a:rPr b="0" lang="en-US" sz="2000" spc="-1" strike="noStrike">
                <a:solidFill>
                  <a:srgbClr val="ffffff"/>
                </a:solidFill>
                <a:latin typeface="Source Sans Pro"/>
              </a:rPr>
              <a:t>4</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4" marL="2232000" indent="0">
              <a:spcBef>
                <a:spcPts val="283"/>
              </a:spcBef>
            </a:pPr>
            <a:r>
              <a:rPr b="0" lang="en-US" sz="2000" spc="-1" strike="noStrike">
                <a:solidFill>
                  <a:srgbClr val="ffffff"/>
                </a:solidFill>
                <a:latin typeface="Source Sans Pro"/>
              </a:rPr>
              <a:t>5</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5" marL="2664000" indent="0">
              <a:spcBef>
                <a:spcPts val="283"/>
              </a:spcBef>
            </a:pPr>
            <a:r>
              <a:rPr b="0" lang="en-US" sz="2000" spc="-1" strike="noStrike">
                <a:solidFill>
                  <a:srgbClr val="ffffff"/>
                </a:solidFill>
                <a:latin typeface="Source Sans Pro"/>
              </a:rPr>
              <a:t>6</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6" marL="3096000" indent="0">
              <a:spcBef>
                <a:spcPts val="283"/>
              </a:spcBef>
            </a:pPr>
            <a:r>
              <a:rPr b="0" lang="en-US" sz="2000" spc="-1" strike="noStrike">
                <a:solidFill>
                  <a:srgbClr val="ffffff"/>
                </a:solidFill>
                <a:latin typeface="Source Sans Pro"/>
              </a:rPr>
              <a:t>7</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p:txBody>
      </p:sp>
      <p:sp>
        <p:nvSpPr>
          <p:cNvPr id="18" name="PlaceHolder 3"/>
          <p:cNvSpPr>
            <a:spLocks noGrp="1"/>
          </p:cNvSpPr>
          <p:nvPr>
            <p:ph type="dt" idx="7"/>
          </p:nvPr>
        </p:nvSpPr>
        <p:spPr>
          <a:xfrm>
            <a:off x="360000" y="7020000"/>
            <a:ext cx="2348280" cy="180000"/>
          </a:xfrm>
          <a:prstGeom prst="rect">
            <a:avLst/>
          </a:prstGeom>
          <a:noFill/>
          <a:ln w="0">
            <a:noFill/>
          </a:ln>
        </p:spPr>
        <p:txBody>
          <a:bodyPr lIns="0" rIns="0" tIns="0" bIns="0" anchor="t">
            <a:noAutofit/>
          </a:bodyPr>
          <a:lstStyle>
            <a:lvl1pPr indent="0">
              <a:buNone/>
              <a:defRPr b="0" i="1" lang="en-US" sz="1400" spc="-1" strike="noStrike">
                <a:solidFill>
                  <a:srgbClr val="ffffff"/>
                </a:solidFill>
                <a:latin typeface="Source Sans Pro"/>
              </a:defRPr>
            </a:lvl1pPr>
          </a:lstStyle>
          <a:p>
            <a:pPr indent="0">
              <a:buNone/>
            </a:pPr>
            <a:r>
              <a:rPr b="0" i="1" lang="en-US" sz="1400" spc="-1" strike="noStrike">
                <a:solidFill>
                  <a:srgbClr val="ffffff"/>
                </a:solidFill>
                <a:latin typeface="Source Sans Pro"/>
              </a:rPr>
              <a:t>&lt;date/time&gt;</a:t>
            </a:r>
            <a:endParaRPr b="0" lang="en-US" sz="1400" spc="-1" strike="noStrike">
              <a:solidFill>
                <a:srgbClr val="ffffff"/>
              </a:solidFill>
              <a:latin typeface="Source Sans Pro"/>
            </a:endParaRPr>
          </a:p>
        </p:txBody>
      </p:sp>
      <p:sp>
        <p:nvSpPr>
          <p:cNvPr id="19" name="PlaceHolder 4"/>
          <p:cNvSpPr>
            <a:spLocks noGrp="1"/>
          </p:cNvSpPr>
          <p:nvPr>
            <p:ph type="ftr" idx="8"/>
          </p:nvPr>
        </p:nvSpPr>
        <p:spPr>
          <a:xfrm>
            <a:off x="3442680" y="7020000"/>
            <a:ext cx="3195000" cy="180000"/>
          </a:xfrm>
          <a:prstGeom prst="rect">
            <a:avLst/>
          </a:prstGeom>
          <a:noFill/>
          <a:ln w="0">
            <a:noFill/>
          </a:ln>
        </p:spPr>
        <p:txBody>
          <a:bodyPr lIns="0" rIns="0" tIns="0" bIns="0" anchor="t">
            <a:noAutofit/>
          </a:bodyPr>
          <a:lstStyle>
            <a:lvl1pPr indent="0" algn="ctr">
              <a:buNone/>
              <a:defRPr b="0" i="1" lang="en-US" sz="1400" spc="-1" strike="noStrike">
                <a:solidFill>
                  <a:srgbClr val="ffffff"/>
                </a:solidFill>
                <a:latin typeface="Source Sans Pro"/>
              </a:defRPr>
            </a:lvl1pPr>
          </a:lstStyle>
          <a:p>
            <a:pPr indent="0" algn="ctr">
              <a:buNone/>
            </a:pPr>
            <a:r>
              <a:rPr b="0" i="1" lang="en-US" sz="1400" spc="-1" strike="noStrike">
                <a:solidFill>
                  <a:srgbClr val="ffffff"/>
                </a:solidFill>
                <a:latin typeface="Source Sans Pro"/>
              </a:rPr>
              <a:t>&lt;footer&gt;</a:t>
            </a:r>
            <a:endParaRPr b="0" lang="en-US" sz="1400" spc="-1" strike="noStrike">
              <a:solidFill>
                <a:srgbClr val="ffffff"/>
              </a:solidFill>
              <a:latin typeface="Source Sans Pro"/>
            </a:endParaRPr>
          </a:p>
        </p:txBody>
      </p:sp>
      <p:sp>
        <p:nvSpPr>
          <p:cNvPr id="20" name="PlaceHolder 5"/>
          <p:cNvSpPr>
            <a:spLocks noGrp="1"/>
          </p:cNvSpPr>
          <p:nvPr>
            <p:ph type="sldNum" idx="9"/>
          </p:nvPr>
        </p:nvSpPr>
        <p:spPr>
          <a:xfrm>
            <a:off x="7380000" y="6876000"/>
            <a:ext cx="2348280" cy="180000"/>
          </a:xfrm>
          <a:prstGeom prst="rect">
            <a:avLst/>
          </a:prstGeom>
          <a:noFill/>
          <a:ln w="0">
            <a:noFill/>
          </a:ln>
        </p:spPr>
        <p:txBody>
          <a:bodyPr lIns="0" rIns="0" tIns="0" bIns="0" anchor="ctr" anchorCtr="1">
            <a:noAutofit/>
          </a:bodyPr>
          <a:lstStyle>
            <a:lvl1pPr indent="0" algn="r">
              <a:buNone/>
              <a:defRPr b="1" i="1" lang="en-US" sz="2400" spc="-1" strike="noStrike">
                <a:solidFill>
                  <a:srgbClr val="ffffff"/>
                </a:solidFill>
                <a:latin typeface="Source Sans Pro Black"/>
              </a:defRPr>
            </a:lvl1pPr>
          </a:lstStyle>
          <a:p>
            <a:pPr indent="0" algn="r">
              <a:buNone/>
            </a:pPr>
            <a:fld id="{74F380FE-0E74-4877-9314-ECF20D59ED09}" type="slidenum">
              <a:rPr b="1" i="1" lang="en-US" sz="2400" spc="-1" strike="noStrike">
                <a:solidFill>
                  <a:srgbClr val="ffffff"/>
                </a:solidFill>
                <a:latin typeface="Source Sans Pro Black"/>
              </a:rPr>
              <a:t>&lt;number&gt;</a:t>
            </a:fld>
            <a:endParaRPr b="0" lang="en-US" sz="2400" spc="-1" strike="noStrike">
              <a:solidFill>
                <a:srgbClr val="ffffff"/>
              </a:solidFill>
              <a:latin typeface="Source Sans Pro"/>
            </a:endParaRPr>
          </a:p>
        </p:txBody>
      </p:sp>
    </p:spTree>
  </p:cSld>
  <p:clrMap bg1="lt1" bg2="lt2" tx1="dk1" tx2="dk2" accent1="accent1" accent2="accent2" accent3="accent3" accent4="accent4" accent5="accent5" accent6="accent6" hlink="hlink" folHlink="folHlink"/>
  <p:sldLayoutIdLst>
    <p:sldLayoutId id="2147483654" r:id="rId2"/>
    <p:sldLayoutId id="2147483655"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498db"/>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504000" y="360000"/>
            <a:ext cx="9071640" cy="1262160"/>
          </a:xfrm>
          <a:prstGeom prst="rect">
            <a:avLst/>
          </a:prstGeom>
          <a:noFill/>
          <a:ln w="0">
            <a:noFill/>
          </a:ln>
        </p:spPr>
        <p:txBody>
          <a:bodyPr lIns="0" rIns="0" tIns="0" bIns="0" anchor="ctr">
            <a:noAutofit/>
          </a:bodyPr>
          <a:p>
            <a:pPr indent="0">
              <a:buNone/>
            </a:pPr>
            <a:r>
              <a:rPr b="1" i="1" lang="en-US" sz="4800" spc="-1" strike="noStrike">
                <a:solidFill>
                  <a:srgbClr val="ffffff"/>
                </a:solidFill>
                <a:latin typeface="Source Sans Pro Black"/>
              </a:rPr>
              <a:t>Click to edit the title text format</a:t>
            </a:r>
            <a:endParaRPr b="1" i="1" lang="en-US" sz="4800" spc="-1" strike="noStrike">
              <a:solidFill>
                <a:srgbClr val="ffffff"/>
              </a:solidFill>
              <a:latin typeface="Source Sans Pro Black"/>
            </a:endParaRPr>
          </a:p>
        </p:txBody>
      </p:sp>
      <p:sp>
        <p:nvSpPr>
          <p:cNvPr id="26" name="PlaceHolder 2"/>
          <p:cNvSpPr>
            <a:spLocks noGrp="1"/>
          </p:cNvSpPr>
          <p:nvPr>
            <p:ph type="body"/>
          </p:nvPr>
        </p:nvSpPr>
        <p:spPr>
          <a:xfrm>
            <a:off x="540000" y="1915560"/>
            <a:ext cx="9071640" cy="4924440"/>
          </a:xfrm>
          <a:prstGeom prst="rect">
            <a:avLst/>
          </a:prstGeom>
          <a:noFill/>
          <a:ln w="0">
            <a:noFill/>
          </a:ln>
        </p:spPr>
        <p:txBody>
          <a:bodyPr lIns="0" rIns="0" tIns="0" bIns="0" anchor="t">
            <a:normAutofit/>
          </a:bodyPr>
          <a:p>
            <a:pPr marL="396000" indent="0">
              <a:spcBef>
                <a:spcPts val="1409"/>
              </a:spcBef>
            </a:pPr>
            <a:r>
              <a:rPr b="1" lang="ja-JP" sz="3200" spc="-1" strike="noStrike">
                <a:solidFill>
                  <a:srgbClr val="ffffff"/>
                </a:solidFill>
                <a:latin typeface="Source Sans Pro Black"/>
              </a:rPr>
              <a:t>アウトラインテキストの書式を編集するにはクリックします。</a:t>
            </a:r>
            <a:endParaRPr b="1" lang="en-US" sz="3200" spc="-1" strike="noStrike">
              <a:solidFill>
                <a:srgbClr val="ffffff"/>
              </a:solidFill>
              <a:latin typeface="Source Sans Pro Black"/>
            </a:endParaRPr>
          </a:p>
          <a:p>
            <a:pPr lvl="1" marL="828000" indent="0">
              <a:spcBef>
                <a:spcPts val="1134"/>
              </a:spcBef>
            </a:pPr>
            <a:r>
              <a:rPr b="0" lang="en-US" sz="2600" spc="-1" strike="noStrike">
                <a:solidFill>
                  <a:srgbClr val="ffffff"/>
                </a:solidFill>
                <a:latin typeface="Source Sans Pro"/>
              </a:rPr>
              <a:t>2</a:t>
            </a:r>
            <a:r>
              <a:rPr b="0" lang="ja-JP" sz="2600" spc="-1" strike="noStrike">
                <a:solidFill>
                  <a:srgbClr val="ffffff"/>
                </a:solidFill>
                <a:latin typeface="Source Sans Pro"/>
              </a:rPr>
              <a:t>レベル目のアウトライン</a:t>
            </a:r>
            <a:endParaRPr b="0" lang="en-US" sz="2600" spc="-1" strike="noStrike">
              <a:solidFill>
                <a:srgbClr val="ffffff"/>
              </a:solidFill>
              <a:latin typeface="Source Sans Pro"/>
            </a:endParaRPr>
          </a:p>
          <a:p>
            <a:pPr lvl="2" marL="1296000" indent="0">
              <a:spcBef>
                <a:spcPts val="850"/>
              </a:spcBef>
            </a:pPr>
            <a:r>
              <a:rPr b="0" lang="en-US" sz="2200" spc="-1" strike="noStrike">
                <a:solidFill>
                  <a:srgbClr val="ffffff"/>
                </a:solidFill>
                <a:latin typeface="Source Sans Pro"/>
              </a:rPr>
              <a:t>3</a:t>
            </a:r>
            <a:r>
              <a:rPr b="0" lang="ja-JP" sz="2200" spc="-1" strike="noStrike">
                <a:solidFill>
                  <a:srgbClr val="ffffff"/>
                </a:solidFill>
                <a:latin typeface="Source Sans Pro"/>
              </a:rPr>
              <a:t>レベル目のアウトライン</a:t>
            </a:r>
            <a:endParaRPr b="0" lang="en-US" sz="2200" spc="-1" strike="noStrike">
              <a:solidFill>
                <a:srgbClr val="ffffff"/>
              </a:solidFill>
              <a:latin typeface="Source Sans Pro"/>
            </a:endParaRPr>
          </a:p>
          <a:p>
            <a:pPr lvl="3" marL="1800000" indent="0">
              <a:spcBef>
                <a:spcPts val="567"/>
              </a:spcBef>
            </a:pPr>
            <a:r>
              <a:rPr b="0" lang="en-US" sz="2000" spc="-1" strike="noStrike">
                <a:solidFill>
                  <a:srgbClr val="ffffff"/>
                </a:solidFill>
                <a:latin typeface="Source Sans Pro"/>
              </a:rPr>
              <a:t>4</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4" marL="2232000" indent="0">
              <a:spcBef>
                <a:spcPts val="283"/>
              </a:spcBef>
            </a:pPr>
            <a:r>
              <a:rPr b="0" lang="en-US" sz="2000" spc="-1" strike="noStrike">
                <a:solidFill>
                  <a:srgbClr val="ffffff"/>
                </a:solidFill>
                <a:latin typeface="Source Sans Pro"/>
              </a:rPr>
              <a:t>5</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5" marL="2664000" indent="0">
              <a:spcBef>
                <a:spcPts val="283"/>
              </a:spcBef>
            </a:pPr>
            <a:r>
              <a:rPr b="0" lang="en-US" sz="2000" spc="-1" strike="noStrike">
                <a:solidFill>
                  <a:srgbClr val="ffffff"/>
                </a:solidFill>
                <a:latin typeface="Source Sans Pro"/>
              </a:rPr>
              <a:t>6</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6" marL="3096000" indent="0">
              <a:spcBef>
                <a:spcPts val="283"/>
              </a:spcBef>
            </a:pPr>
            <a:r>
              <a:rPr b="0" lang="en-US" sz="2000" spc="-1" strike="noStrike">
                <a:solidFill>
                  <a:srgbClr val="ffffff"/>
                </a:solidFill>
                <a:latin typeface="Source Sans Pro"/>
              </a:rPr>
              <a:t>7</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p:txBody>
      </p:sp>
      <p:sp>
        <p:nvSpPr>
          <p:cNvPr id="27" name="PlaceHolder 3"/>
          <p:cNvSpPr>
            <a:spLocks noGrp="1"/>
          </p:cNvSpPr>
          <p:nvPr>
            <p:ph type="dt" idx="10"/>
          </p:nvPr>
        </p:nvSpPr>
        <p:spPr>
          <a:xfrm>
            <a:off x="360000" y="7020000"/>
            <a:ext cx="2348280" cy="180000"/>
          </a:xfrm>
          <a:prstGeom prst="rect">
            <a:avLst/>
          </a:prstGeom>
          <a:noFill/>
          <a:ln w="0">
            <a:noFill/>
          </a:ln>
        </p:spPr>
        <p:txBody>
          <a:bodyPr lIns="0" rIns="0" tIns="0" bIns="0" anchor="t">
            <a:noAutofit/>
          </a:bodyPr>
          <a:lstStyle>
            <a:lvl1pPr indent="0">
              <a:buNone/>
              <a:defRPr b="0" i="1" lang="en-US" sz="1400" spc="-1" strike="noStrike">
                <a:solidFill>
                  <a:srgbClr val="ffffff"/>
                </a:solidFill>
                <a:latin typeface="Source Sans Pro"/>
              </a:defRPr>
            </a:lvl1pPr>
          </a:lstStyle>
          <a:p>
            <a:pPr indent="0">
              <a:buNone/>
            </a:pPr>
            <a:r>
              <a:rPr b="0" i="1" lang="en-US" sz="1400" spc="-1" strike="noStrike">
                <a:solidFill>
                  <a:srgbClr val="ffffff"/>
                </a:solidFill>
                <a:latin typeface="Source Sans Pro"/>
              </a:rPr>
              <a:t>&lt;date/time&gt;</a:t>
            </a:r>
            <a:endParaRPr b="0" lang="en-US" sz="1400" spc="-1" strike="noStrike">
              <a:solidFill>
                <a:srgbClr val="ffffff"/>
              </a:solidFill>
              <a:latin typeface="Source Sans Pro"/>
            </a:endParaRPr>
          </a:p>
        </p:txBody>
      </p:sp>
      <p:sp>
        <p:nvSpPr>
          <p:cNvPr id="28" name="PlaceHolder 4"/>
          <p:cNvSpPr>
            <a:spLocks noGrp="1"/>
          </p:cNvSpPr>
          <p:nvPr>
            <p:ph type="ftr" idx="11"/>
          </p:nvPr>
        </p:nvSpPr>
        <p:spPr>
          <a:xfrm>
            <a:off x="3442680" y="7020000"/>
            <a:ext cx="3195000" cy="180000"/>
          </a:xfrm>
          <a:prstGeom prst="rect">
            <a:avLst/>
          </a:prstGeom>
          <a:noFill/>
          <a:ln w="0">
            <a:noFill/>
          </a:ln>
        </p:spPr>
        <p:txBody>
          <a:bodyPr lIns="0" rIns="0" tIns="0" bIns="0" anchor="t">
            <a:noAutofit/>
          </a:bodyPr>
          <a:lstStyle>
            <a:lvl1pPr indent="0" algn="ctr">
              <a:buNone/>
              <a:defRPr b="0" i="1" lang="en-US" sz="1400" spc="-1" strike="noStrike">
                <a:solidFill>
                  <a:srgbClr val="ffffff"/>
                </a:solidFill>
                <a:latin typeface="Source Sans Pro"/>
              </a:defRPr>
            </a:lvl1pPr>
          </a:lstStyle>
          <a:p>
            <a:pPr indent="0" algn="ctr">
              <a:buNone/>
            </a:pPr>
            <a:r>
              <a:rPr b="0" i="1" lang="en-US" sz="1400" spc="-1" strike="noStrike">
                <a:solidFill>
                  <a:srgbClr val="ffffff"/>
                </a:solidFill>
                <a:latin typeface="Source Sans Pro"/>
              </a:rPr>
              <a:t>&lt;footer&gt;</a:t>
            </a:r>
            <a:endParaRPr b="0" lang="en-US" sz="1400" spc="-1" strike="noStrike">
              <a:solidFill>
                <a:srgbClr val="ffffff"/>
              </a:solidFill>
              <a:latin typeface="Source Sans Pro"/>
            </a:endParaRPr>
          </a:p>
        </p:txBody>
      </p:sp>
      <p:sp>
        <p:nvSpPr>
          <p:cNvPr id="29" name="PlaceHolder 5"/>
          <p:cNvSpPr>
            <a:spLocks noGrp="1"/>
          </p:cNvSpPr>
          <p:nvPr>
            <p:ph type="sldNum" idx="12"/>
          </p:nvPr>
        </p:nvSpPr>
        <p:spPr>
          <a:xfrm>
            <a:off x="7380000" y="6876000"/>
            <a:ext cx="2348280" cy="180000"/>
          </a:xfrm>
          <a:prstGeom prst="rect">
            <a:avLst/>
          </a:prstGeom>
          <a:noFill/>
          <a:ln w="0">
            <a:noFill/>
          </a:ln>
        </p:spPr>
        <p:txBody>
          <a:bodyPr lIns="0" rIns="0" tIns="0" bIns="0" anchor="ctr" anchorCtr="1">
            <a:noAutofit/>
          </a:bodyPr>
          <a:lstStyle>
            <a:lvl1pPr indent="0" algn="r">
              <a:buNone/>
              <a:defRPr b="1" i="1" lang="en-US" sz="2400" spc="-1" strike="noStrike">
                <a:solidFill>
                  <a:srgbClr val="ffffff"/>
                </a:solidFill>
                <a:latin typeface="Source Sans Pro Black"/>
              </a:defRPr>
            </a:lvl1pPr>
          </a:lstStyle>
          <a:p>
            <a:pPr indent="0" algn="r">
              <a:buNone/>
            </a:pPr>
            <a:fld id="{65A44B37-8014-40D0-9FDD-11FAE5C8627B}" type="slidenum">
              <a:rPr b="1" i="1" lang="en-US" sz="2400" spc="-1" strike="noStrike">
                <a:solidFill>
                  <a:srgbClr val="ffffff"/>
                </a:solidFill>
                <a:latin typeface="Source Sans Pro Black"/>
              </a:rPr>
              <a:t>&lt;number&gt;</a:t>
            </a:fld>
            <a:endParaRPr b="0" lang="en-US" sz="2400" spc="-1" strike="noStrike">
              <a:solidFill>
                <a:srgbClr val="ffffff"/>
              </a:solidFill>
              <a:latin typeface="Source Sans Pro"/>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498db"/>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720000" y="540000"/>
            <a:ext cx="8891640" cy="4140000"/>
          </a:xfrm>
          <a:prstGeom prst="rect">
            <a:avLst/>
          </a:prstGeom>
          <a:noFill/>
          <a:ln w="0">
            <a:noFill/>
          </a:ln>
        </p:spPr>
        <p:txBody>
          <a:bodyPr lIns="0" rIns="0" tIns="0" bIns="0" anchor="b">
            <a:noAutofit/>
          </a:bodyPr>
          <a:p>
            <a:pPr indent="0">
              <a:buNone/>
            </a:pPr>
            <a:r>
              <a:rPr b="1" i="1" lang="en-US" sz="4800" spc="-1" strike="noStrike">
                <a:solidFill>
                  <a:srgbClr val="ffffff"/>
                </a:solidFill>
                <a:latin typeface="Source Sans Pro Black"/>
              </a:rPr>
              <a:t>Click to edit the title text format</a:t>
            </a:r>
            <a:endParaRPr b="1" i="1" lang="en-US" sz="4800" spc="-1" strike="noStrike">
              <a:solidFill>
                <a:srgbClr val="ffffff"/>
              </a:solidFill>
              <a:latin typeface="Source Sans Pro Black"/>
            </a:endParaRPr>
          </a:p>
        </p:txBody>
      </p:sp>
      <p:sp>
        <p:nvSpPr>
          <p:cNvPr id="33" name="PlaceHolder 2"/>
          <p:cNvSpPr>
            <a:spLocks noGrp="1"/>
          </p:cNvSpPr>
          <p:nvPr>
            <p:ph type="body"/>
          </p:nvPr>
        </p:nvSpPr>
        <p:spPr>
          <a:xfrm>
            <a:off x="720000" y="4860000"/>
            <a:ext cx="8891640" cy="2340000"/>
          </a:xfrm>
          <a:prstGeom prst="rect">
            <a:avLst/>
          </a:prstGeom>
          <a:noFill/>
          <a:ln w="0">
            <a:noFill/>
          </a:ln>
        </p:spPr>
        <p:txBody>
          <a:bodyPr lIns="0" rIns="0" tIns="0" bIns="0" anchor="t">
            <a:noAutofit/>
          </a:bodyPr>
          <a:p>
            <a:pPr marL="396000" indent="0">
              <a:spcBef>
                <a:spcPts val="1142"/>
              </a:spcBef>
            </a:pPr>
            <a:r>
              <a:rPr b="0" lang="ja-JP" sz="2600" spc="-1" strike="noStrike">
                <a:solidFill>
                  <a:srgbClr val="ffffff"/>
                </a:solidFill>
                <a:latin typeface="Source Sans Pro"/>
              </a:rPr>
              <a:t>アウトラインテキストの書式を編集するにはクリックします。</a:t>
            </a:r>
            <a:endParaRPr b="0" lang="en-US" sz="2600" spc="-1" strike="noStrike">
              <a:solidFill>
                <a:srgbClr val="ffffff"/>
              </a:solidFill>
              <a:latin typeface="Source Sans Pro"/>
            </a:endParaRPr>
          </a:p>
          <a:p>
            <a:pPr lvl="1" marL="828000" indent="0">
              <a:spcBef>
                <a:spcPts val="1134"/>
              </a:spcBef>
            </a:pPr>
            <a:r>
              <a:rPr b="0" lang="en-US" sz="2600" spc="-1" strike="noStrike">
                <a:solidFill>
                  <a:srgbClr val="ffffff"/>
                </a:solidFill>
                <a:latin typeface="Source Sans Pro"/>
              </a:rPr>
              <a:t>2</a:t>
            </a:r>
            <a:r>
              <a:rPr b="0" lang="ja-JP" sz="2600" spc="-1" strike="noStrike">
                <a:solidFill>
                  <a:srgbClr val="ffffff"/>
                </a:solidFill>
                <a:latin typeface="Source Sans Pro"/>
              </a:rPr>
              <a:t>レベル目のアウトライン</a:t>
            </a:r>
            <a:endParaRPr b="0" lang="en-US" sz="2600" spc="-1" strike="noStrike">
              <a:solidFill>
                <a:srgbClr val="ffffff"/>
              </a:solidFill>
              <a:latin typeface="Source Sans Pro"/>
            </a:endParaRPr>
          </a:p>
          <a:p>
            <a:pPr lvl="2" marL="1296000" indent="0">
              <a:spcBef>
                <a:spcPts val="850"/>
              </a:spcBef>
            </a:pPr>
            <a:r>
              <a:rPr b="0" lang="en-US" sz="2600" spc="-1" strike="noStrike">
                <a:solidFill>
                  <a:srgbClr val="ffffff"/>
                </a:solidFill>
                <a:latin typeface="Source Sans Pro"/>
              </a:rPr>
              <a:t>3</a:t>
            </a:r>
            <a:r>
              <a:rPr b="0" lang="ja-JP" sz="2600" spc="-1" strike="noStrike">
                <a:solidFill>
                  <a:srgbClr val="ffffff"/>
                </a:solidFill>
                <a:latin typeface="Source Sans Pro"/>
              </a:rPr>
              <a:t>レベル目のアウトライン</a:t>
            </a:r>
            <a:endParaRPr b="0" lang="en-US" sz="2600" spc="-1" strike="noStrike">
              <a:solidFill>
                <a:srgbClr val="ffffff"/>
              </a:solidFill>
              <a:latin typeface="Source Sans Pro"/>
            </a:endParaRPr>
          </a:p>
          <a:p>
            <a:pPr lvl="3" marL="1800000" indent="0">
              <a:spcBef>
                <a:spcPts val="567"/>
              </a:spcBef>
            </a:pPr>
            <a:r>
              <a:rPr b="0" lang="en-US" sz="2000" spc="-1" strike="noStrike">
                <a:solidFill>
                  <a:srgbClr val="ffffff"/>
                </a:solidFill>
                <a:latin typeface="Source Sans Pro"/>
              </a:rPr>
              <a:t>4</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4" marL="2232000" indent="0">
              <a:spcBef>
                <a:spcPts val="283"/>
              </a:spcBef>
            </a:pPr>
            <a:r>
              <a:rPr b="0" lang="en-US" sz="2000" spc="-1" strike="noStrike">
                <a:solidFill>
                  <a:srgbClr val="ffffff"/>
                </a:solidFill>
                <a:latin typeface="Source Sans Pro"/>
              </a:rPr>
              <a:t>5</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5" marL="2664000" indent="0">
              <a:spcBef>
                <a:spcPts val="283"/>
              </a:spcBef>
            </a:pPr>
            <a:r>
              <a:rPr b="0" lang="en-US" sz="2000" spc="-1" strike="noStrike">
                <a:solidFill>
                  <a:srgbClr val="ffffff"/>
                </a:solidFill>
                <a:latin typeface="Source Sans Pro"/>
              </a:rPr>
              <a:t>6</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a:p>
            <a:pPr lvl="6" marL="3096000" indent="0">
              <a:spcBef>
                <a:spcPts val="283"/>
              </a:spcBef>
            </a:pPr>
            <a:r>
              <a:rPr b="0" lang="en-US" sz="2000" spc="-1" strike="noStrike">
                <a:solidFill>
                  <a:srgbClr val="ffffff"/>
                </a:solidFill>
                <a:latin typeface="Source Sans Pro"/>
              </a:rPr>
              <a:t>7</a:t>
            </a:r>
            <a:r>
              <a:rPr b="0" lang="ja-JP" sz="2000" spc="-1" strike="noStrike">
                <a:solidFill>
                  <a:srgbClr val="ffffff"/>
                </a:solidFill>
                <a:latin typeface="Source Sans Pro"/>
              </a:rPr>
              <a:t>レベル目のアウトライン</a:t>
            </a:r>
            <a:endParaRPr b="0" lang="en-US" sz="2000" spc="-1" strike="noStrike">
              <a:solidFill>
                <a:srgbClr val="ffffff"/>
              </a:solidFill>
              <a:latin typeface="Source Sans Pro"/>
            </a:endParaRPr>
          </a:p>
        </p:txBody>
      </p:sp>
      <p:sp>
        <p:nvSpPr>
          <p:cNvPr id="34" name="PlaceHolder 3"/>
          <p:cNvSpPr>
            <a:spLocks noGrp="1"/>
          </p:cNvSpPr>
          <p:nvPr>
            <p:ph type="dt" idx="13"/>
          </p:nvPr>
        </p:nvSpPr>
        <p:spPr>
          <a:xfrm>
            <a:off x="360000" y="7020000"/>
            <a:ext cx="2348280" cy="180000"/>
          </a:xfrm>
          <a:prstGeom prst="rect">
            <a:avLst/>
          </a:prstGeom>
          <a:noFill/>
          <a:ln w="0">
            <a:noFill/>
          </a:ln>
        </p:spPr>
        <p:txBody>
          <a:bodyPr lIns="0" rIns="0" tIns="0" bIns="0" anchor="t">
            <a:noAutofit/>
          </a:bodyPr>
          <a:lstStyle>
            <a:lvl1pPr indent="0">
              <a:buNone/>
              <a:defRPr b="0" i="1" lang="en-US" sz="1400" spc="-1" strike="noStrike">
                <a:solidFill>
                  <a:srgbClr val="ffffff"/>
                </a:solidFill>
                <a:latin typeface="Source Sans Pro"/>
              </a:defRPr>
            </a:lvl1pPr>
          </a:lstStyle>
          <a:p>
            <a:pPr indent="0">
              <a:buNone/>
            </a:pPr>
            <a:r>
              <a:rPr b="0" i="1" lang="en-US" sz="1400" spc="-1" strike="noStrike">
                <a:solidFill>
                  <a:srgbClr val="ffffff"/>
                </a:solidFill>
                <a:latin typeface="Source Sans Pro"/>
              </a:rPr>
              <a:t>&lt;date/time&gt;</a:t>
            </a:r>
            <a:endParaRPr b="0" lang="en-US" sz="1400" spc="-1" strike="noStrike">
              <a:solidFill>
                <a:srgbClr val="ffffff"/>
              </a:solidFill>
              <a:latin typeface="Source Sans Pro"/>
            </a:endParaRPr>
          </a:p>
        </p:txBody>
      </p:sp>
      <p:sp>
        <p:nvSpPr>
          <p:cNvPr id="35" name="PlaceHolder 4"/>
          <p:cNvSpPr>
            <a:spLocks noGrp="1"/>
          </p:cNvSpPr>
          <p:nvPr>
            <p:ph type="ftr" idx="14"/>
          </p:nvPr>
        </p:nvSpPr>
        <p:spPr>
          <a:xfrm>
            <a:off x="3442680" y="7020000"/>
            <a:ext cx="3195000" cy="180000"/>
          </a:xfrm>
          <a:prstGeom prst="rect">
            <a:avLst/>
          </a:prstGeom>
          <a:noFill/>
          <a:ln w="0">
            <a:noFill/>
          </a:ln>
        </p:spPr>
        <p:txBody>
          <a:bodyPr lIns="0" rIns="0" tIns="0" bIns="0" anchor="t">
            <a:noAutofit/>
          </a:bodyPr>
          <a:lstStyle>
            <a:lvl1pPr indent="0" algn="ctr">
              <a:buNone/>
              <a:defRPr b="0" i="1" lang="en-US" sz="1400" spc="-1" strike="noStrike">
                <a:solidFill>
                  <a:srgbClr val="ffffff"/>
                </a:solidFill>
                <a:latin typeface="Source Sans Pro"/>
              </a:defRPr>
            </a:lvl1pPr>
          </a:lstStyle>
          <a:p>
            <a:pPr indent="0" algn="ctr">
              <a:buNone/>
            </a:pPr>
            <a:r>
              <a:rPr b="0" i="1" lang="en-US" sz="1400" spc="-1" strike="noStrike">
                <a:solidFill>
                  <a:srgbClr val="ffffff"/>
                </a:solidFill>
                <a:latin typeface="Source Sans Pro"/>
              </a:rPr>
              <a:t>&lt;footer&gt;</a:t>
            </a:r>
            <a:endParaRPr b="0" lang="en-US" sz="1400" spc="-1" strike="noStrike">
              <a:solidFill>
                <a:srgbClr val="ffffff"/>
              </a:solidFill>
              <a:latin typeface="Source Sans Pro"/>
            </a:endParaRPr>
          </a:p>
        </p:txBody>
      </p:sp>
      <p:sp>
        <p:nvSpPr>
          <p:cNvPr id="36" name="PlaceHolder 5"/>
          <p:cNvSpPr>
            <a:spLocks noGrp="1"/>
          </p:cNvSpPr>
          <p:nvPr>
            <p:ph type="sldNum" idx="15"/>
          </p:nvPr>
        </p:nvSpPr>
        <p:spPr>
          <a:xfrm>
            <a:off x="7380000" y="6876000"/>
            <a:ext cx="2348280" cy="180000"/>
          </a:xfrm>
          <a:prstGeom prst="rect">
            <a:avLst/>
          </a:prstGeom>
          <a:noFill/>
          <a:ln w="0">
            <a:noFill/>
          </a:ln>
        </p:spPr>
        <p:txBody>
          <a:bodyPr lIns="0" rIns="0" tIns="0" bIns="0" anchor="ctr" anchorCtr="1">
            <a:noAutofit/>
          </a:bodyPr>
          <a:lstStyle>
            <a:lvl1pPr indent="0" algn="r">
              <a:buNone/>
              <a:defRPr b="1" i="1" lang="en-US" sz="2400" spc="-1" strike="noStrike">
                <a:solidFill>
                  <a:srgbClr val="ffffff"/>
                </a:solidFill>
                <a:latin typeface="Source Sans Pro Black"/>
              </a:defRPr>
            </a:lvl1pPr>
          </a:lstStyle>
          <a:p>
            <a:pPr indent="0" algn="r">
              <a:buNone/>
            </a:pPr>
            <a:fld id="{591CC70F-7C88-464B-B870-CA7B19C98A5E}" type="slidenum">
              <a:rPr b="1" i="1" lang="en-US" sz="2400" spc="-1" strike="noStrike">
                <a:solidFill>
                  <a:srgbClr val="ffffff"/>
                </a:solidFill>
                <a:latin typeface="Source Sans Pro Black"/>
              </a:rPr>
              <a:t>&lt;number&gt;</a:t>
            </a:fld>
            <a:endParaRPr b="0" lang="en-US" sz="2400" spc="-1" strike="noStrike">
              <a:solidFill>
                <a:srgbClr val="ffffff"/>
              </a:solidFill>
              <a:latin typeface="Source Sans Pro"/>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540000" y="540000"/>
            <a:ext cx="9071640" cy="4140000"/>
          </a:xfrm>
          <a:prstGeom prst="rect">
            <a:avLst/>
          </a:prstGeom>
          <a:noFill/>
          <a:ln w="0">
            <a:noFill/>
          </a:ln>
        </p:spPr>
        <p:txBody>
          <a:bodyPr lIns="0" rIns="0" tIns="0" bIns="0" anchor="b" anchorCtr="1">
            <a:noAutofit/>
          </a:bodyPr>
          <a:p>
            <a:pPr indent="0" algn="ctr">
              <a:buNone/>
            </a:pPr>
            <a:r>
              <a:rPr b="1" i="1" lang="en-US" sz="4800" spc="-1" strike="noStrike">
                <a:solidFill>
                  <a:srgbClr val="ffffff"/>
                </a:solidFill>
                <a:latin typeface="Source Sans Pro Black"/>
              </a:rPr>
              <a:t>Lorem ipsum</a:t>
            </a:r>
            <a:endParaRPr b="1" i="1" lang="en-US" sz="4800" spc="-1" strike="noStrike">
              <a:solidFill>
                <a:srgbClr val="ffffff"/>
              </a:solidFill>
              <a:latin typeface="Source Sans Pro Black"/>
            </a:endParaRPr>
          </a:p>
        </p:txBody>
      </p:sp>
      <p:sp>
        <p:nvSpPr>
          <p:cNvPr id="40" name="PlaceHolder 2"/>
          <p:cNvSpPr>
            <a:spLocks noGrp="1"/>
          </p:cNvSpPr>
          <p:nvPr>
            <p:ph type="subTitle"/>
          </p:nvPr>
        </p:nvSpPr>
        <p:spPr>
          <a:xfrm>
            <a:off x="540000" y="4975560"/>
            <a:ext cx="9071640" cy="2104200"/>
          </a:xfrm>
          <a:prstGeom prst="rect">
            <a:avLst/>
          </a:prstGeom>
          <a:noFill/>
          <a:ln w="0">
            <a:noFill/>
          </a:ln>
        </p:spPr>
        <p:txBody>
          <a:bodyPr lIns="0" rIns="0" tIns="0" bIns="0" anchor="t">
            <a:noAutofit/>
          </a:bodyPr>
          <a:p>
            <a:pPr indent="0" algn="ctr">
              <a:buNone/>
            </a:pPr>
            <a:r>
              <a:rPr b="0" lang="en-US" sz="2200" spc="-1" strike="noStrike">
                <a:solidFill>
                  <a:srgbClr val="ffffff"/>
                </a:solidFill>
                <a:latin typeface="Source Sans Pro"/>
              </a:rPr>
              <a:t>Lorem ipsum dolor sit amet, debitis posidonium accommodare eu eam, equidem persecuti eu has, ea everti epicuri percipit ius. Vix cu amet consectetuer, atqui splendide honestatis eu vel, nec audire argumentum an. Ad has ignota prompta. Vis splendide referrentur id, ius ad audiam noluisse complectitur.</a:t>
            </a:r>
            <a:endParaRPr b="0" lang="en-US" sz="2200" spc="-1" strike="noStrike">
              <a:solidFill>
                <a:srgbClr val="ffffff"/>
              </a:solidFill>
              <a:latin typeface="Source Sans Pro"/>
            </a:endParaRPr>
          </a:p>
          <a:p>
            <a:pPr indent="0" algn="ctr">
              <a:buNone/>
            </a:pPr>
            <a:endParaRPr b="0" lang="en-US" sz="2200" spc="-1" strike="noStrike">
              <a:solidFill>
                <a:srgbClr val="ffffff"/>
              </a:solidFill>
              <a:latin typeface="Source Sans Pro"/>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360000"/>
            <a:ext cx="9071640" cy="1262160"/>
          </a:xfrm>
          <a:prstGeom prst="rect">
            <a:avLst/>
          </a:prstGeom>
          <a:noFill/>
          <a:ln w="0">
            <a:noFill/>
          </a:ln>
        </p:spPr>
        <p:txBody>
          <a:bodyPr lIns="0" rIns="0" tIns="0" bIns="0" anchor="ctr">
            <a:noAutofit/>
          </a:bodyPr>
          <a:p>
            <a:pPr indent="0">
              <a:buNone/>
            </a:pPr>
            <a:r>
              <a:rPr b="1" i="1" lang="en-US" sz="4800" spc="-1" strike="noStrike">
                <a:solidFill>
                  <a:srgbClr val="ffffff"/>
                </a:solidFill>
                <a:latin typeface="Source Sans Pro Black"/>
              </a:rPr>
              <a:t>Lorem ipsum</a:t>
            </a:r>
            <a:endParaRPr b="1" i="1" lang="en-US" sz="4800" spc="-1" strike="noStrike">
              <a:solidFill>
                <a:srgbClr val="ffffff"/>
              </a:solidFill>
              <a:latin typeface="Source Sans Pro Black"/>
            </a:endParaRPr>
          </a:p>
        </p:txBody>
      </p:sp>
      <p:sp>
        <p:nvSpPr>
          <p:cNvPr id="42" name="PlaceHolder 2"/>
          <p:cNvSpPr>
            <a:spLocks noGrp="1"/>
          </p:cNvSpPr>
          <p:nvPr>
            <p:ph/>
          </p:nvPr>
        </p:nvSpPr>
        <p:spPr>
          <a:xfrm>
            <a:off x="540000" y="1915560"/>
            <a:ext cx="9071640" cy="4924440"/>
          </a:xfrm>
          <a:prstGeom prst="rect">
            <a:avLst/>
          </a:prstGeom>
          <a:noFill/>
          <a:ln w="0">
            <a:noFill/>
          </a:ln>
        </p:spPr>
        <p:txBody>
          <a:bodyPr lIns="0" rIns="0" tIns="0" bIns="0" anchor="t">
            <a:normAutofit/>
          </a:bodyPr>
          <a:p>
            <a:pPr marL="396000" indent="-288000">
              <a:spcBef>
                <a:spcPts val="1409"/>
              </a:spcBef>
              <a:buClr>
                <a:srgbClr val="ffffff"/>
              </a:buClr>
              <a:buSzPct val="45000"/>
              <a:buFont typeface="Wingdings" charset="2"/>
              <a:buChar char=""/>
            </a:pPr>
            <a:r>
              <a:rPr b="1" lang="en-US" sz="3200" spc="-1" strike="noStrike">
                <a:solidFill>
                  <a:srgbClr val="ffffff"/>
                </a:solidFill>
                <a:latin typeface="Source Sans Pro Black"/>
              </a:rPr>
              <a:t>Lorem ipsum dolor sit amet</a:t>
            </a:r>
            <a:endParaRPr b="1" lang="en-US" sz="3200" spc="-1" strike="noStrike">
              <a:solidFill>
                <a:srgbClr val="ffffff"/>
              </a:solidFill>
              <a:latin typeface="Source Sans Pro Black"/>
            </a:endParaRPr>
          </a:p>
          <a:p>
            <a:pPr lvl="1" marL="828000" indent="-288000">
              <a:spcBef>
                <a:spcPts val="1134"/>
              </a:spcBef>
              <a:buClr>
                <a:srgbClr val="ffffff"/>
              </a:buClr>
              <a:buSzPct val="45000"/>
              <a:buFont typeface="Wingdings" charset="2"/>
              <a:buChar char=""/>
            </a:pPr>
            <a:r>
              <a:rPr b="0" lang="en-US" sz="2600" spc="-1" strike="noStrike">
                <a:solidFill>
                  <a:srgbClr val="ffffff"/>
                </a:solidFill>
                <a:latin typeface="Source Sans Pro"/>
              </a:rPr>
              <a:t>debitis posidonium accommodare eu eam</a:t>
            </a:r>
            <a:endParaRPr b="0" lang="en-US" sz="2600" spc="-1" strike="noStrike">
              <a:solidFill>
                <a:srgbClr val="ffffff"/>
              </a:solidFill>
              <a:latin typeface="Source Sans Pro"/>
            </a:endParaRPr>
          </a:p>
          <a:p>
            <a:pPr lvl="2" marL="1296000" indent="-288000">
              <a:spcBef>
                <a:spcPts val="850"/>
              </a:spcBef>
              <a:buClr>
                <a:srgbClr val="ffffff"/>
              </a:buClr>
              <a:buSzPct val="45000"/>
              <a:buFont typeface="Wingdings" charset="2"/>
              <a:buChar char=""/>
            </a:pPr>
            <a:r>
              <a:rPr b="0" lang="en-US" sz="2200" spc="-1" strike="noStrike">
                <a:solidFill>
                  <a:srgbClr val="ffffff"/>
                </a:solidFill>
                <a:latin typeface="Source Sans Pro"/>
              </a:rPr>
              <a:t>equidem persecuti eu has, ea everti epicuri percipit ius.</a:t>
            </a:r>
            <a:endParaRPr b="0" lang="en-US" sz="2200" spc="-1" strike="noStrike">
              <a:solidFill>
                <a:srgbClr val="ffffff"/>
              </a:solidFill>
              <a:latin typeface="Source Sans Pro"/>
            </a:endParaRPr>
          </a:p>
          <a:p>
            <a:pPr marL="396000" indent="-288000">
              <a:spcBef>
                <a:spcPts val="1409"/>
              </a:spcBef>
              <a:buClr>
                <a:srgbClr val="ffffff"/>
              </a:buClr>
              <a:buSzPct val="45000"/>
              <a:buFont typeface="Wingdings" charset="2"/>
              <a:buChar char=""/>
            </a:pPr>
            <a:r>
              <a:rPr b="1" lang="en-US" sz="3200" spc="-1" strike="noStrike">
                <a:solidFill>
                  <a:srgbClr val="ffffff"/>
                </a:solidFill>
                <a:latin typeface="Source Sans Pro Black"/>
              </a:rPr>
              <a:t>Vix cu amet consectetuer</a:t>
            </a:r>
            <a:endParaRPr b="1" lang="en-US" sz="3200" spc="-1" strike="noStrike">
              <a:solidFill>
                <a:srgbClr val="ffffff"/>
              </a:solidFill>
              <a:latin typeface="Source Sans Pro Black"/>
            </a:endParaRPr>
          </a:p>
          <a:p>
            <a:pPr lvl="1" marL="828000" indent="-288000">
              <a:spcBef>
                <a:spcPts val="1134"/>
              </a:spcBef>
              <a:buClr>
                <a:srgbClr val="ffffff"/>
              </a:buClr>
              <a:buSzPct val="45000"/>
              <a:buFont typeface="Wingdings" charset="2"/>
              <a:buChar char=""/>
            </a:pPr>
            <a:r>
              <a:rPr b="0" lang="en-US" sz="2600" spc="-1" strike="noStrike">
                <a:solidFill>
                  <a:srgbClr val="ffffff"/>
                </a:solidFill>
                <a:latin typeface="Source Sans Pro"/>
              </a:rPr>
              <a:t>atqui splendide honestatis eu vel, nec audire argumentum an. Ad has ignota prompta.</a:t>
            </a:r>
            <a:endParaRPr b="0" lang="en-US" sz="2600" spc="-1" strike="noStrike">
              <a:solidFill>
                <a:srgbClr val="ffffff"/>
              </a:solidFill>
              <a:latin typeface="Source Sans Pro"/>
            </a:endParaRPr>
          </a:p>
          <a:p>
            <a:pPr lvl="2" marL="1296000" indent="-288000">
              <a:spcBef>
                <a:spcPts val="850"/>
              </a:spcBef>
              <a:buClr>
                <a:srgbClr val="ffffff"/>
              </a:buClr>
              <a:buSzPct val="45000"/>
              <a:buFont typeface="Wingdings" charset="2"/>
              <a:buChar char=""/>
            </a:pPr>
            <a:r>
              <a:rPr b="0" lang="en-US" sz="2200" spc="-1" strike="noStrike">
                <a:solidFill>
                  <a:srgbClr val="ffffff"/>
                </a:solidFill>
                <a:latin typeface="Source Sans Pro"/>
              </a:rPr>
              <a:t>Vis splendide referrentur id, ius ad audiam noluisse complectitur.</a:t>
            </a:r>
            <a:endParaRPr b="0" lang="en-US" sz="2200" spc="-1" strike="noStrike">
              <a:solidFill>
                <a:srgbClr val="ffffff"/>
              </a:solidFill>
              <a:latin typeface="Source Sans Pro"/>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540000"/>
            <a:ext cx="5616000" cy="6300000"/>
          </a:xfrm>
          <a:prstGeom prst="rect">
            <a:avLst/>
          </a:prstGeom>
          <a:noFill/>
          <a:ln w="0">
            <a:noFill/>
          </a:ln>
        </p:spPr>
        <p:txBody>
          <a:bodyPr lIns="0" rIns="0" tIns="0" bIns="0" anchor="ctr">
            <a:noAutofit/>
          </a:bodyPr>
          <a:p>
            <a:pPr indent="0">
              <a:buNone/>
            </a:pPr>
            <a:r>
              <a:rPr b="1" i="1" lang="en-US" sz="4800" spc="-1" strike="noStrike">
                <a:solidFill>
                  <a:srgbClr val="ffffff"/>
                </a:solidFill>
                <a:latin typeface="Source Sans Pro Black"/>
              </a:rPr>
              <a:t>Lorem ipsum</a:t>
            </a:r>
            <a:endParaRPr b="1" i="1" lang="en-US" sz="4800" spc="-1" strike="noStrike">
              <a:solidFill>
                <a:srgbClr val="ffffff"/>
              </a:solidFill>
              <a:latin typeface="Source Sans Pro Black"/>
            </a:endParaRPr>
          </a:p>
        </p:txBody>
      </p:sp>
      <p:sp>
        <p:nvSpPr>
          <p:cNvPr id="44" name="PlaceHolder 2"/>
          <p:cNvSpPr>
            <a:spLocks noGrp="1"/>
          </p:cNvSpPr>
          <p:nvPr>
            <p:ph type="subTitle"/>
          </p:nvPr>
        </p:nvSpPr>
        <p:spPr>
          <a:xfrm>
            <a:off x="6300000" y="540000"/>
            <a:ext cx="3311640" cy="6364440"/>
          </a:xfrm>
          <a:prstGeom prst="rect">
            <a:avLst/>
          </a:prstGeom>
          <a:noFill/>
          <a:ln w="0">
            <a:noFill/>
          </a:ln>
        </p:spPr>
        <p:txBody>
          <a:bodyPr lIns="0" rIns="0" tIns="0" bIns="0" anchor="ctr">
            <a:noAutofit/>
          </a:bodyPr>
          <a:p>
            <a:pPr indent="0">
              <a:buNone/>
            </a:pPr>
            <a:r>
              <a:rPr b="0" lang="en-US" sz="2400" spc="-1" strike="noStrike">
                <a:solidFill>
                  <a:srgbClr val="ffffff"/>
                </a:solidFill>
                <a:latin typeface="Source Sans Pro"/>
              </a:rPr>
              <a:t>Lorem ipsum dolor sit amet, debitis posidonium accommodare eu eam, equidem persecuti eu has, ea everti epicuri percipit ius. Vix cu amet consectetuer, atqui splendide honestatis eu vel, nec audire argumentum an. Ad has ignota prompta. Vis splendide referrentur id, ius ad audiam noluisse complectitur.</a:t>
            </a:r>
            <a:endParaRPr b="0" lang="en-US" sz="2400" spc="-1" strike="noStrike">
              <a:solidFill>
                <a:srgbClr val="ffffff"/>
              </a:solidFill>
              <a:latin typeface="Source Sans Pro"/>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504000" y="360000"/>
            <a:ext cx="9071640" cy="1262160"/>
          </a:xfrm>
          <a:prstGeom prst="rect">
            <a:avLst/>
          </a:prstGeom>
          <a:noFill/>
          <a:ln w="0">
            <a:noFill/>
          </a:ln>
        </p:spPr>
        <p:txBody>
          <a:bodyPr lIns="0" rIns="0" tIns="0" bIns="0" anchor="ctr">
            <a:noAutofit/>
          </a:bodyPr>
          <a:p>
            <a:pPr indent="0">
              <a:buNone/>
            </a:pPr>
            <a:r>
              <a:rPr b="1" i="1" lang="en-US" sz="4800" spc="-1" strike="noStrike">
                <a:solidFill>
                  <a:srgbClr val="ffffff"/>
                </a:solidFill>
                <a:latin typeface="Source Sans Pro Black"/>
              </a:rPr>
              <a:t>Lorem ipsum</a:t>
            </a:r>
            <a:endParaRPr b="1" i="1" lang="en-US" sz="4800" spc="-1" strike="noStrike">
              <a:solidFill>
                <a:srgbClr val="ffffff"/>
              </a:solidFill>
              <a:latin typeface="Source Sans Pro Black"/>
            </a:endParaRPr>
          </a:p>
        </p:txBody>
      </p:sp>
      <p:sp>
        <p:nvSpPr>
          <p:cNvPr id="46" name="PlaceHolder 2"/>
          <p:cNvSpPr>
            <a:spLocks noGrp="1"/>
          </p:cNvSpPr>
          <p:nvPr>
            <p:ph/>
          </p:nvPr>
        </p:nvSpPr>
        <p:spPr>
          <a:xfrm>
            <a:off x="540000" y="1915560"/>
            <a:ext cx="9071640" cy="4924440"/>
          </a:xfrm>
          <a:prstGeom prst="rect">
            <a:avLst/>
          </a:prstGeom>
          <a:noFill/>
          <a:ln w="0">
            <a:noFill/>
          </a:ln>
        </p:spPr>
        <p:txBody>
          <a:bodyPr lIns="0" rIns="0" tIns="0" bIns="0" anchor="t">
            <a:normAutofit/>
          </a:bodyPr>
          <a:p>
            <a:pPr marL="396000" indent="0">
              <a:spcBef>
                <a:spcPts val="1409"/>
              </a:spcBef>
            </a:pPr>
            <a:r>
              <a:rPr b="1" lang="en-US" sz="3200" spc="-1" strike="noStrike">
                <a:solidFill>
                  <a:srgbClr val="ffffff"/>
                </a:solidFill>
                <a:latin typeface="Source Sans Pro Black"/>
              </a:rPr>
              <a:t>Lorem ipsum dolor sit amet</a:t>
            </a:r>
            <a:endParaRPr b="1" lang="en-US" sz="3200" spc="-1" strike="noStrike">
              <a:solidFill>
                <a:srgbClr val="ffffff"/>
              </a:solidFill>
              <a:latin typeface="Source Sans Pro Black"/>
            </a:endParaRPr>
          </a:p>
          <a:p>
            <a:pPr lvl="1" marL="828000" indent="0">
              <a:spcBef>
                <a:spcPts val="1134"/>
              </a:spcBef>
            </a:pPr>
            <a:r>
              <a:rPr b="0" lang="en-US" sz="2600" spc="-1" strike="noStrike">
                <a:solidFill>
                  <a:srgbClr val="ffffff"/>
                </a:solidFill>
                <a:latin typeface="Source Sans Pro"/>
              </a:rPr>
              <a:t>debitis posidonium accommodare eu eam</a:t>
            </a:r>
            <a:endParaRPr b="0" lang="en-US" sz="2600" spc="-1" strike="noStrike">
              <a:solidFill>
                <a:srgbClr val="ffffff"/>
              </a:solidFill>
              <a:latin typeface="Source Sans Pro"/>
            </a:endParaRPr>
          </a:p>
          <a:p>
            <a:pPr lvl="2" marL="1296000" indent="0">
              <a:spcBef>
                <a:spcPts val="850"/>
              </a:spcBef>
            </a:pPr>
            <a:r>
              <a:rPr b="0" lang="en-US" sz="2200" spc="-1" strike="noStrike">
                <a:solidFill>
                  <a:srgbClr val="ffffff"/>
                </a:solidFill>
                <a:latin typeface="Source Sans Pro"/>
              </a:rPr>
              <a:t>equidem persecuti eu has, ea everti epicuri percipit ius.</a:t>
            </a:r>
            <a:endParaRPr b="0" lang="en-US" sz="2200" spc="-1" strike="noStrike">
              <a:solidFill>
                <a:srgbClr val="ffffff"/>
              </a:solidFill>
              <a:latin typeface="Source Sans Pro"/>
            </a:endParaRPr>
          </a:p>
          <a:p>
            <a:pPr marL="396000" indent="0">
              <a:spcBef>
                <a:spcPts val="1409"/>
              </a:spcBef>
            </a:pPr>
            <a:r>
              <a:rPr b="1" lang="en-US" sz="3200" spc="-1" strike="noStrike">
                <a:solidFill>
                  <a:srgbClr val="ffffff"/>
                </a:solidFill>
                <a:latin typeface="Source Sans Pro Black"/>
              </a:rPr>
              <a:t>Vix cu amet consectetuer</a:t>
            </a:r>
            <a:endParaRPr b="1" lang="en-US" sz="3200" spc="-1" strike="noStrike">
              <a:solidFill>
                <a:srgbClr val="ffffff"/>
              </a:solidFill>
              <a:latin typeface="Source Sans Pro Black"/>
            </a:endParaRPr>
          </a:p>
          <a:p>
            <a:pPr lvl="1" marL="828000" indent="0">
              <a:spcBef>
                <a:spcPts val="1134"/>
              </a:spcBef>
            </a:pPr>
            <a:r>
              <a:rPr b="0" lang="en-US" sz="2600" spc="-1" strike="noStrike">
                <a:solidFill>
                  <a:srgbClr val="ffffff"/>
                </a:solidFill>
                <a:latin typeface="Source Sans Pro"/>
              </a:rPr>
              <a:t>atqui splendide honestatis eu vel, nec audire argumentum an. Ad has ignota prompta.</a:t>
            </a:r>
            <a:endParaRPr b="0" lang="en-US" sz="2600" spc="-1" strike="noStrike">
              <a:solidFill>
                <a:srgbClr val="ffffff"/>
              </a:solidFill>
              <a:latin typeface="Source Sans Pro"/>
            </a:endParaRPr>
          </a:p>
          <a:p>
            <a:pPr lvl="2" marL="1296000" indent="0">
              <a:spcBef>
                <a:spcPts val="850"/>
              </a:spcBef>
            </a:pPr>
            <a:r>
              <a:rPr b="0" lang="en-US" sz="2200" spc="-1" strike="noStrike">
                <a:solidFill>
                  <a:srgbClr val="ffffff"/>
                </a:solidFill>
                <a:latin typeface="Source Sans Pro"/>
              </a:rPr>
              <a:t>Vis splendide referrentur id, ius ad audiam noluisse complectitur.</a:t>
            </a:r>
            <a:endParaRPr b="0" lang="en-US" sz="2200" spc="-1" strike="noStrike">
              <a:solidFill>
                <a:srgbClr val="ffffff"/>
              </a:solidFill>
              <a:latin typeface="Source Sans Pro"/>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720000" y="540000"/>
            <a:ext cx="8891640" cy="4140000"/>
          </a:xfrm>
          <a:prstGeom prst="rect">
            <a:avLst/>
          </a:prstGeom>
          <a:noFill/>
          <a:ln w="0">
            <a:noFill/>
          </a:ln>
        </p:spPr>
        <p:txBody>
          <a:bodyPr lIns="0" rIns="0" tIns="0" bIns="0" anchor="b">
            <a:noAutofit/>
          </a:bodyPr>
          <a:p>
            <a:pPr indent="0">
              <a:buNone/>
            </a:pPr>
            <a:r>
              <a:rPr b="1" i="1" lang="en-US" sz="4800" spc="-1" strike="noStrike">
                <a:solidFill>
                  <a:srgbClr val="ffffff"/>
                </a:solidFill>
                <a:latin typeface="Source Sans Pro Black"/>
              </a:rPr>
              <a:t>Lorem ipsum</a:t>
            </a:r>
            <a:endParaRPr b="1" i="1" lang="en-US" sz="4800" spc="-1" strike="noStrike">
              <a:solidFill>
                <a:srgbClr val="ffffff"/>
              </a:solidFill>
              <a:latin typeface="Source Sans Pro Black"/>
            </a:endParaRPr>
          </a:p>
        </p:txBody>
      </p:sp>
      <p:sp>
        <p:nvSpPr>
          <p:cNvPr id="48" name="PlaceHolder 2"/>
          <p:cNvSpPr>
            <a:spLocks noGrp="1"/>
          </p:cNvSpPr>
          <p:nvPr>
            <p:ph/>
          </p:nvPr>
        </p:nvSpPr>
        <p:spPr>
          <a:xfrm>
            <a:off x="540000" y="4860000"/>
            <a:ext cx="9071640" cy="2340000"/>
          </a:xfrm>
          <a:prstGeom prst="rect">
            <a:avLst/>
          </a:prstGeom>
          <a:noFill/>
          <a:ln w="0">
            <a:noFill/>
          </a:ln>
        </p:spPr>
        <p:txBody>
          <a:bodyPr lIns="0" rIns="0" tIns="0" bIns="0" anchor="t">
            <a:normAutofit/>
          </a:bodyPr>
          <a:p>
            <a:pPr marL="396000" indent="0">
              <a:spcBef>
                <a:spcPts val="1142"/>
              </a:spcBef>
            </a:pPr>
            <a:r>
              <a:rPr b="0" lang="en-US" sz="2600" spc="-1" strike="noStrike">
                <a:solidFill>
                  <a:srgbClr val="ffffff"/>
                </a:solidFill>
                <a:latin typeface="Source Sans Pro"/>
              </a:rPr>
              <a:t>Lorem ipsum dolor sit amet, debitis posidonium accommodare eu eam, equidem persecuti eu has, ea everti epicuri percipit ius.</a:t>
            </a:r>
            <a:endParaRPr b="0" lang="en-US" sz="2600" spc="-1" strike="noStrike">
              <a:solidFill>
                <a:srgbClr val="ffffff"/>
              </a:solidFill>
              <a:latin typeface="Source Sans Pro"/>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2026-10-19T16:22:01Z</dcterms:created>
  <dc:creator/>
  <dc:description/>
  <dc:language>en-US</dc:language>
  <cp:lastModifiedBy/>
  <cp:revision>1</cp:revision>
  <dc:subject/>
  <dc:title/>
</cp:coreProperties>
</file>