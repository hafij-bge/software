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仮enpit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74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6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2154AF-204A-41DE-AD9D-60A24A0BC1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仮enpit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74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6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DCEA63-B788-499E-AB16-A9CEA746E7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仮enpitsu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74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6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4725C8-E3FF-4E9F-AA96-8D724CAACA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147040"/>
            <a:ext cx="789948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6600"/>
                </a:solidFill>
                <a:highlight>
                  <a:srgbClr val="ffffff"/>
                </a:highlight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66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4C54E8C-D5A2-4D34-8549-C482395EBED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" name="" descr=""/>
          <p:cNvPicPr/>
          <p:nvPr/>
        </p:nvPicPr>
        <p:blipFill>
          <a:blip r:embed="rId2"/>
          <a:stretch/>
        </p:blipFill>
        <p:spPr>
          <a:xfrm>
            <a:off x="488160" y="2242800"/>
            <a:ext cx="9076680" cy="14328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74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6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504000" y="732384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447360" y="726012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7227360" y="726012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495EB79-C349-407C-8B1E-F3E30338AAA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-11880"/>
            <a:ext cx="10080000" cy="1209240"/>
          </a:xfrm>
          <a:prstGeom prst="rect">
            <a:avLst/>
          </a:prstGeom>
          <a:solidFill>
            <a:srgbClr val="7c4d26">
              <a:alpha val="6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5" name="" descr=""/>
          <p:cNvPicPr/>
          <p:nvPr/>
        </p:nvPicPr>
        <p:blipFill>
          <a:blip r:embed="rId2"/>
          <a:stretch/>
        </p:blipFill>
        <p:spPr>
          <a:xfrm>
            <a:off x="8723160" y="74880"/>
            <a:ext cx="1036080" cy="1028520"/>
          </a:xfrm>
          <a:prstGeom prst="rect">
            <a:avLst/>
          </a:prstGeom>
          <a:ln w="0">
            <a:noFill/>
          </a:ln>
        </p:spPr>
      </p:pic>
      <p:pic>
        <p:nvPicPr>
          <p:cNvPr id="16" name="" descr=""/>
          <p:cNvPicPr/>
          <p:nvPr/>
        </p:nvPicPr>
        <p:blipFill>
          <a:blip r:embed="rId3"/>
          <a:stretch/>
        </p:blipFill>
        <p:spPr>
          <a:xfrm>
            <a:off x="135720" y="6951960"/>
            <a:ext cx="9830160" cy="3081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147040"/>
            <a:ext cx="789948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6600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74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6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2026-10-19T16:22:00Z</dcterms:created>
  <dc:creator/>
  <dc:description/>
  <dc:language>en-US</dc:language>
  <cp:lastModifiedBy/>
  <cp:revision>1</cp:revision>
  <dc:subject/>
  <dc:title/>
</cp:coreProperties>
</file>