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Hexag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19200" y="278280"/>
            <a:ext cx="11145240" cy="116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de-DE" sz="4059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1"/>
              </a:spcAft>
              <a:buNone/>
            </a:pPr>
            <a:endParaRPr b="0" lang="de-DE" sz="2950" spc="-1" strike="noStrike">
              <a:solidFill>
                <a:srgbClr val="ffffff"/>
              </a:solidFill>
              <a:latin typeface="DejaVu Sans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27C2C8-244A-4E4F-AEEC-FBC1718B5D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360"/>
            <a:ext cx="12384000" cy="6983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19200" y="278280"/>
            <a:ext cx="11145240" cy="116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de-DE" sz="4059" spc="-1" strike="noStrike">
                <a:solidFill>
                  <a:srgbClr val="ffffff"/>
                </a:solidFill>
                <a:latin typeface="Raleway"/>
              </a:rPr>
              <a:t>Click to edit the title text format</a:t>
            </a:r>
            <a:endParaRPr b="1" lang="de-DE" sz="4059" spc="-1" strike="noStrike">
              <a:solidFill>
                <a:srgbClr val="ffffff"/>
              </a:solidFill>
              <a:latin typeface="Raleway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1"/>
              </a:spcAft>
              <a:buClr>
                <a:srgbClr val="ffffff"/>
              </a:buClr>
              <a:buSzPct val="30000"/>
              <a:buFont typeface="Wingdings" charset="2"/>
              <a:buChar char=""/>
            </a:pPr>
            <a:r>
              <a:rPr b="0" lang="de-DE" sz="2950" spc="-1" strike="noStrike">
                <a:solidFill>
                  <a:srgbClr val="ffffff"/>
                </a:solidFill>
                <a:latin typeface="DejaVu Sans Light"/>
              </a:rPr>
              <a:t>Click to edit the outline text format</a:t>
            </a:r>
            <a:endParaRPr b="0" lang="de-DE" sz="2950" spc="-1" strike="noStrike">
              <a:solidFill>
                <a:srgbClr val="ffffff"/>
              </a:solidFill>
              <a:latin typeface="DejaVu Sans Light"/>
            </a:endParaRPr>
          </a:p>
          <a:p>
            <a:pPr lvl="1" marL="864000" indent="-324000">
              <a:spcAft>
                <a:spcPts val="1046"/>
              </a:spcAft>
              <a:buClr>
                <a:srgbClr val="ffffff"/>
              </a:buClr>
              <a:buSzPct val="30000"/>
              <a:buFont typeface="Symbol" charset="2"/>
              <a:buChar char=""/>
            </a:pPr>
            <a:r>
              <a:rPr b="0" lang="de-DE" sz="2580" spc="-1" strike="noStrike">
                <a:solidFill>
                  <a:srgbClr val="ffffff"/>
                </a:solidFill>
                <a:latin typeface="DejaVu Sans Light"/>
              </a:rPr>
              <a:t>Second Outline Level</a:t>
            </a:r>
            <a:endParaRPr b="0" lang="de-DE" sz="2580" spc="-1" strike="noStrike">
              <a:solidFill>
                <a:srgbClr val="ffffff"/>
              </a:solidFill>
              <a:latin typeface="DejaVu Sans Light"/>
            </a:endParaRPr>
          </a:p>
          <a:p>
            <a:pPr lvl="2" marL="1296000" indent="-288000">
              <a:spcAft>
                <a:spcPts val="782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2220" spc="-1" strike="noStrike">
                <a:solidFill>
                  <a:srgbClr val="ffffff"/>
                </a:solidFill>
                <a:latin typeface="DejaVu Sans Light"/>
              </a:rPr>
              <a:t>Third Outline Level</a:t>
            </a:r>
            <a:endParaRPr b="0" lang="de-DE" sz="2220" spc="-1" strike="noStrike">
              <a:solidFill>
                <a:srgbClr val="ffffff"/>
              </a:solidFill>
              <a:latin typeface="DejaVu Sans Light"/>
            </a:endParaRPr>
          </a:p>
          <a:p>
            <a:pPr lvl="3" marL="1728000" indent="-216000">
              <a:spcAft>
                <a:spcPts val="522"/>
              </a:spcAft>
              <a:buClr>
                <a:srgbClr val="ffffff"/>
              </a:buClr>
              <a:buSzPct val="30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Fourth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  <a:p>
            <a:pPr lvl="4" marL="2160000" indent="-216000">
              <a:spcAft>
                <a:spcPts val="261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Fifth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  <a:p>
            <a:pPr lvl="5" marL="2592000" indent="-216000">
              <a:spcAft>
                <a:spcPts val="261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Sixth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  <a:p>
            <a:pPr lvl="6" marL="3024000" indent="-216000">
              <a:spcAft>
                <a:spcPts val="261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Seventh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1"/>
              </a:spcAft>
              <a:buClr>
                <a:srgbClr val="ffffff"/>
              </a:buClr>
              <a:buSzPct val="30000"/>
              <a:buFont typeface="Wingdings" charset="2"/>
              <a:buChar char=""/>
            </a:pPr>
            <a:r>
              <a:rPr b="0" lang="de-DE" sz="2950" spc="-1" strike="noStrike">
                <a:solidFill>
                  <a:srgbClr val="ffffff"/>
                </a:solidFill>
                <a:latin typeface="DejaVu Sans Light"/>
              </a:rPr>
              <a:t>Click to edit the outline text format</a:t>
            </a:r>
            <a:endParaRPr b="0" lang="de-DE" sz="2950" spc="-1" strike="noStrike">
              <a:solidFill>
                <a:srgbClr val="ffffff"/>
              </a:solidFill>
              <a:latin typeface="DejaVu Sans Light"/>
            </a:endParaRPr>
          </a:p>
          <a:p>
            <a:pPr lvl="1" marL="864000" indent="-324000">
              <a:spcAft>
                <a:spcPts val="1046"/>
              </a:spcAft>
              <a:buClr>
                <a:srgbClr val="ffffff"/>
              </a:buClr>
              <a:buSzPct val="30000"/>
              <a:buFont typeface="Symbol" charset="2"/>
              <a:buChar char=""/>
            </a:pPr>
            <a:r>
              <a:rPr b="0" lang="de-DE" sz="2580" spc="-1" strike="noStrike">
                <a:solidFill>
                  <a:srgbClr val="ffffff"/>
                </a:solidFill>
                <a:latin typeface="DejaVu Sans Light"/>
              </a:rPr>
              <a:t>Second Outline Level</a:t>
            </a:r>
            <a:endParaRPr b="0" lang="de-DE" sz="2580" spc="-1" strike="noStrike">
              <a:solidFill>
                <a:srgbClr val="ffffff"/>
              </a:solidFill>
              <a:latin typeface="DejaVu Sans Light"/>
            </a:endParaRPr>
          </a:p>
          <a:p>
            <a:pPr lvl="2" marL="1296000" indent="-288000">
              <a:spcAft>
                <a:spcPts val="782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2220" spc="-1" strike="noStrike">
                <a:solidFill>
                  <a:srgbClr val="ffffff"/>
                </a:solidFill>
                <a:latin typeface="DejaVu Sans Light"/>
              </a:rPr>
              <a:t>Third Outline Level</a:t>
            </a:r>
            <a:endParaRPr b="0" lang="de-DE" sz="2220" spc="-1" strike="noStrike">
              <a:solidFill>
                <a:srgbClr val="ffffff"/>
              </a:solidFill>
              <a:latin typeface="DejaVu Sans Light"/>
            </a:endParaRPr>
          </a:p>
          <a:p>
            <a:pPr lvl="3" marL="1728000" indent="-216000">
              <a:spcAft>
                <a:spcPts val="522"/>
              </a:spcAft>
              <a:buClr>
                <a:srgbClr val="ffffff"/>
              </a:buClr>
              <a:buSzPct val="30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Fourth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  <a:p>
            <a:pPr lvl="4" marL="2160000" indent="-216000">
              <a:spcAft>
                <a:spcPts val="261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Fifth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  <a:p>
            <a:pPr lvl="5" marL="2592000" indent="-216000">
              <a:spcAft>
                <a:spcPts val="261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Sixth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  <a:p>
            <a:pPr lvl="6" marL="3024000" indent="-216000">
              <a:spcAft>
                <a:spcPts val="261"/>
              </a:spcAft>
              <a:buClr>
                <a:srgbClr val="ffffff"/>
              </a:buClr>
              <a:buSzPct val="30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ffffff"/>
                </a:solidFill>
                <a:latin typeface="DejaVu Sans Light"/>
              </a:rPr>
              <a:t>Seventh Outline Level</a:t>
            </a:r>
            <a:endParaRPr b="0" lang="de-DE" sz="1850" spc="-1" strike="noStrike">
              <a:solidFill>
                <a:srgbClr val="ffffff"/>
              </a:solidFill>
              <a:latin typeface="DejaVu Sans Light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ffffff"/>
                </a:solidFill>
                <a:latin typeface="Raleway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ffffff"/>
                </a:solidFill>
                <a:latin typeface="Raleway"/>
              </a:rPr>
              <a:t>&lt;date/time&gt;</a:t>
            </a:r>
            <a:r>
              <a:rPr b="0" lang="de-DE" sz="1400" spc="-1" strike="noStrike">
                <a:solidFill>
                  <a:srgbClr val="ffffff"/>
                </a:solidFill>
                <a:latin typeface="FreeSans"/>
              </a:rPr>
              <a:t>&lt;date/time&gt;</a:t>
            </a:r>
            <a:endParaRPr b="0" lang="de-DE" sz="1400" spc="-1" strike="noStrike">
              <a:solidFill>
                <a:srgbClr val="ffffff"/>
              </a:solidFill>
              <a:latin typeface="FreeSan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4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ffffff"/>
                </a:solidFill>
                <a:latin typeface="FreeSans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ffffff"/>
                </a:solidFill>
                <a:latin typeface="FreeSans"/>
              </a:rPr>
              <a:t>&lt;footer&gt;</a:t>
            </a:r>
            <a:r>
              <a:rPr b="0" lang="de-DE" sz="1400" spc="-1" strike="noStrike">
                <a:solidFill>
                  <a:srgbClr val="ffffff"/>
                </a:solidFill>
                <a:latin typeface="FreeSans"/>
              </a:rPr>
              <a:t>&lt;footer&gt;</a:t>
            </a:r>
            <a:endParaRPr b="0" lang="de-DE" sz="1400" spc="-1" strike="noStrike">
              <a:solidFill>
                <a:srgbClr val="ffffff"/>
              </a:solidFill>
              <a:latin typeface="FreeSans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 idx="3"/>
          </p:nvPr>
        </p:nvSpPr>
        <p:spPr>
          <a:xfrm>
            <a:off x="887868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ffffff"/>
                </a:solidFill>
                <a:latin typeface="FreeSans"/>
              </a:defRPr>
            </a:lvl1pPr>
          </a:lstStyle>
          <a:p>
            <a:pPr indent="0" algn="r">
              <a:buNone/>
            </a:pPr>
            <a:fld id="{996274F5-F509-4E3C-BBCB-02C99131944E}" type="slidenum">
              <a:rPr b="0" lang="de-DE" sz="1400" spc="-1" strike="noStrike">
                <a:solidFill>
                  <a:srgbClr val="ffffff"/>
                </a:solidFill>
                <a:latin typeface="FreeSans"/>
              </a:rPr>
              <a:t>&lt;number&gt;</a:t>
            </a:fld>
            <a:fld id="{A0BCD965-562D-425A-93F3-33C751696E5F}" type="slidenum">
              <a:rPr b="0" lang="de-DE" sz="1400" spc="-1" strike="noStrike">
                <a:solidFill>
                  <a:srgbClr val="ffffff"/>
                </a:solidFill>
                <a:latin typeface="FreeSans"/>
              </a:rPr>
              <a:t>&lt;number&gt;</a:t>
            </a:fld>
            <a:endParaRPr b="0" lang="de-DE" sz="1400" spc="-1" strike="noStrike">
              <a:solidFill>
                <a:srgbClr val="ffffff"/>
              </a:solidFill>
              <a:latin typeface="Free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19200" y="278280"/>
            <a:ext cx="11145240" cy="116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059" spc="-1" strike="noStrike">
              <a:solidFill>
                <a:srgbClr val="ffffff"/>
              </a:solidFill>
              <a:latin typeface="Andale Mono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1"/>
              </a:spcAft>
              <a:buNone/>
            </a:pPr>
            <a:endParaRPr b="0" lang="de-DE" sz="2950" spc="-1" strike="noStrike">
              <a:solidFill>
                <a:srgbClr val="ffffff"/>
              </a:solidFill>
              <a:latin typeface="DejaVu Sans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A9C731-A987-41DB-A95E-D9631C8DFCCE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2026-10-19T16:21:37Z</dcterms:created>
  <dc:creator/>
  <dc:description/>
  <dc:language>en-US</dc:language>
  <cp:lastModifiedBy/>
  <cp:revision>1</cp:revision>
  <dc:subject/>
  <dc:title/>
</cp:coreProperties>
</file>