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Fi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51624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48640" y="1920240"/>
            <a:ext cx="9027000" cy="329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Source Sans Pro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51624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Source Sans Pro Black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48640" y="1920240"/>
            <a:ext cx="9027000" cy="329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Aft>
                <a:spcPts val="1063"/>
              </a:spcAft>
            </a:pPr>
            <a:r>
              <a:rPr b="1" lang="en-US" sz="2800" spc="-1" strike="noStrike">
                <a:solidFill>
                  <a:srgbClr val="ffffff"/>
                </a:solidFill>
                <a:latin typeface="DejaVu Sans"/>
              </a:rPr>
              <a:t>Click to edit the outline text format</a:t>
            </a:r>
            <a:endParaRPr b="1" lang="en-US" sz="2800" spc="-1" strike="noStrike">
              <a:solidFill>
                <a:srgbClr val="ffffff"/>
              </a:solidFill>
              <a:latin typeface="DejaVu Sans"/>
            </a:endParaRPr>
          </a:p>
          <a:p>
            <a:pPr lvl="1" marL="540000" algn="ctr">
              <a:spcAft>
                <a:spcPts val="848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DejaVu Sans"/>
              </a:rPr>
              <a:t>Second Outline Level</a:t>
            </a:r>
            <a:endParaRPr b="0" lang="en-US" sz="2400" spc="-1" strike="noStrike">
              <a:solidFill>
                <a:srgbClr val="ffffff"/>
              </a:solidFill>
              <a:latin typeface="DejaVu Sans"/>
            </a:endParaRPr>
          </a:p>
          <a:p>
            <a:pPr lvl="2" marL="1008000" algn="ctr">
              <a:spcAft>
                <a:spcPts val="63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DejaVu Sans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DejaVu Sans"/>
            </a:endParaRPr>
          </a:p>
          <a:p>
            <a:pPr lvl="3" marL="1512000" algn="ctr">
              <a:spcAft>
                <a:spcPts val="42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ffffff"/>
                </a:solidFill>
                <a:latin typeface="DejaVu Sans"/>
              </a:rPr>
              <a:t>Fourth Outline Level</a:t>
            </a:r>
            <a:endParaRPr b="0" lang="en-US" sz="1500" spc="-1" strike="noStrike">
              <a:solidFill>
                <a:srgbClr val="ffffff"/>
              </a:solidFill>
              <a:latin typeface="DejaVu Sans"/>
            </a:endParaRPr>
          </a:p>
          <a:p>
            <a:pPr lvl="4" marL="1944000" algn="ctr">
              <a:spcAft>
                <a:spcPts val="21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ffffff"/>
                </a:solidFill>
                <a:latin typeface="DejaVu Sans"/>
              </a:rPr>
              <a:t>Fifth Outline Level</a:t>
            </a:r>
            <a:endParaRPr b="0" lang="en-US" sz="1500" spc="-1" strike="noStrike">
              <a:solidFill>
                <a:srgbClr val="ffffff"/>
              </a:solidFill>
              <a:latin typeface="DejaVu Sans"/>
            </a:endParaRPr>
          </a:p>
          <a:p>
            <a:pPr lvl="5" marL="2376000" algn="ctr">
              <a:spcAft>
                <a:spcPts val="21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ffffff"/>
                </a:solidFill>
                <a:latin typeface="DejaVu Sans"/>
              </a:rPr>
              <a:t>Sixth Outline Level</a:t>
            </a:r>
            <a:endParaRPr b="0" lang="en-US" sz="1500" spc="-1" strike="noStrike">
              <a:solidFill>
                <a:srgbClr val="ffffff"/>
              </a:solidFill>
              <a:latin typeface="DejaVu Sans"/>
            </a:endParaRPr>
          </a:p>
          <a:p>
            <a:pPr lvl="6" marL="2808000" algn="ctr">
              <a:spcAft>
                <a:spcPts val="21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ffffff"/>
                </a:solidFill>
                <a:latin typeface="DejaVu Sans"/>
              </a:rPr>
              <a:t>Seventh Outline Level</a:t>
            </a:r>
            <a:endParaRPr b="0" lang="en-US" sz="1500" spc="-1" strike="noStrike">
              <a:solidFill>
                <a:srgbClr val="ffffff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64008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48640" y="1737360"/>
            <a:ext cx="9027000" cy="329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rgbClr val="ffffff"/>
              </a:solidFill>
              <a:latin typeface="Source Sans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2026-10-19T16:21:47Z</dcterms:created>
  <dc:creator/>
  <dc:description>Created by Daniel Hulse.
Licensed under the Creative Commons CC0 license.</dc:description>
  <dc:language>en-US</dc:language>
  <cp:lastModifiedBy/>
  <cp:revision>1</cp:revision>
  <dc:subject>A Presentation Template</dc:subject>
  <dc:title>Fiery</dc:title>
</cp:coreProperties>
</file>